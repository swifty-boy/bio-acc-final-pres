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67" r:id="rId3"/>
    <p:sldId id="257" r:id="rId4"/>
    <p:sldId id="258" r:id="rId5"/>
    <p:sldId id="265" r:id="rId6"/>
    <p:sldId id="264" r:id="rId7"/>
    <p:sldId id="263" r:id="rId8"/>
    <p:sldId id="266" r:id="rId9"/>
    <p:sldId id="283" r:id="rId10"/>
    <p:sldId id="259" r:id="rId11"/>
    <p:sldId id="277" r:id="rId12"/>
    <p:sldId id="278" r:id="rId13"/>
    <p:sldId id="270" r:id="rId14"/>
    <p:sldId id="291" r:id="rId15"/>
    <p:sldId id="271" r:id="rId16"/>
    <p:sldId id="279" r:id="rId17"/>
    <p:sldId id="280" r:id="rId18"/>
    <p:sldId id="281" r:id="rId19"/>
    <p:sldId id="282" r:id="rId20"/>
    <p:sldId id="289" r:id="rId21"/>
    <p:sldId id="288" r:id="rId22"/>
    <p:sldId id="287" r:id="rId23"/>
    <p:sldId id="286" r:id="rId24"/>
    <p:sldId id="285" r:id="rId25"/>
    <p:sldId id="284" r:id="rId26"/>
    <p:sldId id="275" r:id="rId27"/>
    <p:sldId id="290" r:id="rId28"/>
    <p:sldId id="29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04C364-77C3-5FDA-897C-6B66F21417CC}" v="3" dt="2024-06-05T18:06:14.753"/>
    <p1510:client id="{28C897AE-0DA1-8855-BB19-93ABC0BADC3E}" v="1321" dt="2024-06-05T22:47:06.972"/>
    <p1510:client id="{BCB9F028-92C5-E145-A650-5CBBEDD614AB}" v="1806" dt="2024-06-06T02:30:28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20"/>
  </p:normalViewPr>
  <p:slideViewPr>
    <p:cSldViewPr snapToGrid="0">
      <p:cViewPr varScale="1">
        <p:scale>
          <a:sx n="105" d="100"/>
          <a:sy n="105" d="100"/>
        </p:scale>
        <p:origin x="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AB1D6-A4A3-4C65-8C0C-82849A5E254A}" type="datetimeFigureOut">
              <a:t>10/4/26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3F025-A83D-48DB-A691-E8A1BE70C59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49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3F025-A83D-48DB-A691-E8A1BE70C59E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801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53F025-A83D-48DB-A691-E8A1BE70C59E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75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1562-3E28-17C2-532B-A047D7C1F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C63E8-CE26-1E29-CDBB-336961F9F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ED40C-461A-C9E7-AD05-D6C38D67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EE504-16F9-1843-9315-6F9B253035A0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F56F5-ED21-4660-F9DD-CEB6796C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2D6F2-55D9-4DF5-BA0A-AFD250392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1A0A-AC43-834A-8569-1113C43E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7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181DA-FBF7-07C5-E119-F9F4FB856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F044C-16C9-AC40-51C0-0A22C484B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53BAF-E2D1-ECAC-B2C5-174233725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EE504-16F9-1843-9315-6F9B253035A0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4BDCD-3277-8703-4437-AA8B0A790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0F988-0101-D448-6A5E-558DABAD6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1A0A-AC43-834A-8569-1113C43E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8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67BB1-658E-706D-6F62-DAB2E98EC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ED0DB-5A58-0B26-0A45-F7ACD73EF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D460C-9068-D490-5B86-774C8ADBB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EE504-16F9-1843-9315-6F9B253035A0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CF6B2-D25C-A1E3-5686-3DE83D88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F7EF1-8FA5-DDB3-2F44-F7B8D71C1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1A0A-AC43-834A-8569-1113C43E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45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5D5D-77F8-551E-0C3C-82276F27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2B9E3-9E62-42A1-8AAA-55D9195A4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B1083-38A7-D0E2-758D-EE42B06CE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78B74-1AB9-8E58-82CE-F0FA23C06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EE504-16F9-1843-9315-6F9B253035A0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9AEA9-405A-8E15-0ADC-DFE3C4EE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9AB3C-6C1F-9484-CD09-C2F68D7A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1A0A-AC43-834A-8569-1113C43E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03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CD01C-E760-36E4-8110-BB6FFA389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02BBC-6D01-E0AD-D1B7-52709EFE1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FE2FB-AFA5-711E-C578-D2D776668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5C94C7-CEC2-546F-7AF4-790E14A02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5DF09-ED48-90A3-DDE8-FE1249F82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48801A-F7BD-75D1-C719-EAE70B959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EE504-16F9-1843-9315-6F9B253035A0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991DAB-B98F-9B32-F2F8-27F2E1CA3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39CF38-044C-6D9C-B7EA-42B05078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1A0A-AC43-834A-8569-1113C43E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56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81266-3720-C408-B082-D12D5EDB6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C7CF03-6D46-D334-D6DF-500C8D68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EE504-16F9-1843-9315-6F9B253035A0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09D750-F31E-3CA4-BFAB-35DF6FFD6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D3D66-455E-5AFA-EC56-630860EB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1A0A-AC43-834A-8569-1113C43E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3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F3B07D-FC13-D138-68AC-4EDC87D2D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EE504-16F9-1843-9315-6F9B253035A0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310BD-3F67-94B2-7242-E111504A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51595-D53D-EF90-87E0-287C7AD7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1A0A-AC43-834A-8569-1113C43E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77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5F02-39C9-8D89-7A1D-711C9EC47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16046-C47F-3963-1E19-EA5BCBAEE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74587-63EB-5DBF-E2FD-AD47EB3F9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8D269-B2AA-94FA-6881-F1037448D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EE504-16F9-1843-9315-6F9B253035A0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0C00F-8F42-201F-C144-AA2674E8D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5B148-F303-4CC8-0145-3136FF757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1A0A-AC43-834A-8569-1113C43E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37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953B-07A8-E784-C407-A85F60180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7B316-F82B-DF83-B6C8-7F5B3ED9ED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7666E-ADA6-0F14-584B-42DB6DAC7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B14C3-61C4-032B-DF43-222CD4B5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EE504-16F9-1843-9315-6F9B253035A0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992E9-789F-B771-9A77-456656B55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69A00-1AB5-A8CF-40B2-B9BC60F65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1A0A-AC43-834A-8569-1113C43E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7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A6F6-5348-56E8-02BD-C08F0939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4B86B-7050-48B8-B19E-91E3AD85D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D2406-7AD9-4077-D540-B94B9DDC1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EE504-16F9-1843-9315-6F9B253035A0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8F286-9A9A-0769-EE99-97AD1048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32B5E-1201-33F3-1A45-DD080E929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1A0A-AC43-834A-8569-1113C43E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3F6924-A4E8-87FC-3F85-0BE98D830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7CFF4-EE7B-F6AE-FF35-8C378093D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E8789-B65C-22D8-F345-BDB0A20D4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EE504-16F9-1843-9315-6F9B253035A0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9BAF0-187F-23B2-9126-790ECCA7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849D4-9ACC-3A90-95C1-53CF6831C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91A0A-AC43-834A-8569-1113C43E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25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B00FE9-81EE-5EB8-2DB9-FA2619AD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72693-B775-B60C-0AF3-84BB539B6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BC09A-2614-097B-541C-1AB7C3A40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6EE504-16F9-1843-9315-6F9B253035A0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CD871-8B93-69E8-B48B-80EA67EE4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C62D3-32B4-D501-E409-2CEBC6F4E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A91A0A-AC43-834A-8569-1113C43E5F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1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D wallpaper: bush bean, leaf, garden bean, maria's beautiful, mary's  beautiful | Wallpaper Flare">
            <a:extLst>
              <a:ext uri="{FF2B5EF4-FFF2-40B4-BE49-F238E27FC236}">
                <a16:creationId xmlns:a16="http://schemas.microsoft.com/office/drawing/2014/main" id="{1B2F06F1-130E-D99F-D849-419DD38B3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1000"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808"/>
          <a:stretch/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0AEE99-AEDB-DC48-805C-974FAD5E9A00}"/>
              </a:ext>
            </a:extLst>
          </p:cNvPr>
          <p:cNvSpPr txBox="1"/>
          <p:nvPr/>
        </p:nvSpPr>
        <p:spPr>
          <a:xfrm>
            <a:off x="7253416" y="-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936755" y="6485773"/>
                </a:moveTo>
                <a:lnTo>
                  <a:pt x="969165" y="6485773"/>
                </a:lnTo>
                <a:cubicBezTo>
                  <a:pt x="976345" y="6485773"/>
                  <a:pt x="981493" y="6487670"/>
                  <a:pt x="984608" y="6491462"/>
                </a:cubicBezTo>
                <a:cubicBezTo>
                  <a:pt x="987724" y="6495256"/>
                  <a:pt x="989282" y="6499184"/>
                  <a:pt x="989282" y="6503248"/>
                </a:cubicBezTo>
                <a:cubicBezTo>
                  <a:pt x="989282" y="6508870"/>
                  <a:pt x="987606" y="6513459"/>
                  <a:pt x="984253" y="6517015"/>
                </a:cubicBezTo>
                <a:cubicBezTo>
                  <a:pt x="980900" y="6520571"/>
                  <a:pt x="976667" y="6523162"/>
                  <a:pt x="971553" y="6524787"/>
                </a:cubicBezTo>
                <a:cubicBezTo>
                  <a:pt x="966439" y="6526413"/>
                  <a:pt x="961173" y="6527226"/>
                  <a:pt x="955754" y="6527226"/>
                </a:cubicBezTo>
                <a:cubicBezTo>
                  <a:pt x="952910" y="6527226"/>
                  <a:pt x="949760" y="6526870"/>
                  <a:pt x="946305" y="6526159"/>
                </a:cubicBezTo>
                <a:cubicBezTo>
                  <a:pt x="942851" y="6525447"/>
                  <a:pt x="939532" y="6524262"/>
                  <a:pt x="936348" y="6522603"/>
                </a:cubicBezTo>
                <a:cubicBezTo>
                  <a:pt x="933165" y="6520944"/>
                  <a:pt x="930540" y="6518657"/>
                  <a:pt x="928474" y="6515745"/>
                </a:cubicBezTo>
                <a:cubicBezTo>
                  <a:pt x="926409" y="6512833"/>
                  <a:pt x="925376" y="6509208"/>
                  <a:pt x="925376" y="6504874"/>
                </a:cubicBezTo>
                <a:cubicBezTo>
                  <a:pt x="925376" y="6498913"/>
                  <a:pt x="926646" y="6494409"/>
                  <a:pt x="929186" y="6491361"/>
                </a:cubicBezTo>
                <a:cubicBezTo>
                  <a:pt x="931726" y="6488313"/>
                  <a:pt x="934249" y="6486450"/>
                  <a:pt x="936755" y="6485773"/>
                </a:cubicBezTo>
                <a:close/>
                <a:moveTo>
                  <a:pt x="3427834" y="6435074"/>
                </a:moveTo>
                <a:lnTo>
                  <a:pt x="3427631" y="6466672"/>
                </a:lnTo>
                <a:cubicBezTo>
                  <a:pt x="3424990" y="6470397"/>
                  <a:pt x="3421366" y="6473124"/>
                  <a:pt x="3416760" y="6474851"/>
                </a:cubicBezTo>
                <a:cubicBezTo>
                  <a:pt x="3412154" y="6476578"/>
                  <a:pt x="3407887" y="6477442"/>
                  <a:pt x="3403958" y="6477442"/>
                </a:cubicBezTo>
                <a:cubicBezTo>
                  <a:pt x="3401249" y="6477442"/>
                  <a:pt x="3398540" y="6476849"/>
                  <a:pt x="3395830" y="6475664"/>
                </a:cubicBezTo>
                <a:cubicBezTo>
                  <a:pt x="3393121" y="6474478"/>
                  <a:pt x="3390852" y="6472497"/>
                  <a:pt x="3389023" y="6469720"/>
                </a:cubicBezTo>
                <a:cubicBezTo>
                  <a:pt x="3387194" y="6466943"/>
                  <a:pt x="3386280" y="6463184"/>
                  <a:pt x="3386280" y="6458442"/>
                </a:cubicBezTo>
                <a:cubicBezTo>
                  <a:pt x="3386280" y="6452753"/>
                  <a:pt x="3387990" y="6448198"/>
                  <a:pt x="3391411" y="6444777"/>
                </a:cubicBezTo>
                <a:cubicBezTo>
                  <a:pt x="3394831" y="6441357"/>
                  <a:pt x="3399657" y="6438885"/>
                  <a:pt x="3405888" y="6437360"/>
                </a:cubicBezTo>
                <a:cubicBezTo>
                  <a:pt x="3412120" y="6435837"/>
                  <a:pt x="3419435" y="6435074"/>
                  <a:pt x="3427834" y="6435074"/>
                </a:cubicBezTo>
                <a:close/>
                <a:moveTo>
                  <a:pt x="3142084" y="6435074"/>
                </a:moveTo>
                <a:lnTo>
                  <a:pt x="3141881" y="6466672"/>
                </a:lnTo>
                <a:cubicBezTo>
                  <a:pt x="3139240" y="6470397"/>
                  <a:pt x="3135616" y="6473124"/>
                  <a:pt x="3131010" y="6474851"/>
                </a:cubicBezTo>
                <a:cubicBezTo>
                  <a:pt x="3126404" y="6476578"/>
                  <a:pt x="3122137" y="6477442"/>
                  <a:pt x="3118208" y="6477442"/>
                </a:cubicBezTo>
                <a:cubicBezTo>
                  <a:pt x="3115499" y="6477442"/>
                  <a:pt x="3112790" y="6476849"/>
                  <a:pt x="3110080" y="6475664"/>
                </a:cubicBezTo>
                <a:cubicBezTo>
                  <a:pt x="3107371" y="6474478"/>
                  <a:pt x="3105102" y="6472497"/>
                  <a:pt x="3103273" y="6469720"/>
                </a:cubicBezTo>
                <a:cubicBezTo>
                  <a:pt x="3101444" y="6466943"/>
                  <a:pt x="3100530" y="6463184"/>
                  <a:pt x="3100530" y="6458442"/>
                </a:cubicBezTo>
                <a:cubicBezTo>
                  <a:pt x="3100530" y="6452753"/>
                  <a:pt x="3102240" y="6448198"/>
                  <a:pt x="3105661" y="6444777"/>
                </a:cubicBezTo>
                <a:cubicBezTo>
                  <a:pt x="3109081" y="6441357"/>
                  <a:pt x="3113907" y="6438885"/>
                  <a:pt x="3120138" y="6437360"/>
                </a:cubicBezTo>
                <a:cubicBezTo>
                  <a:pt x="3126370" y="6435837"/>
                  <a:pt x="3133685" y="6435074"/>
                  <a:pt x="3142084" y="6435074"/>
                </a:cubicBezTo>
                <a:close/>
                <a:moveTo>
                  <a:pt x="2856334" y="6435074"/>
                </a:moveTo>
                <a:lnTo>
                  <a:pt x="2856131" y="6466672"/>
                </a:lnTo>
                <a:cubicBezTo>
                  <a:pt x="2853490" y="6470397"/>
                  <a:pt x="2849866" y="6473124"/>
                  <a:pt x="2845260" y="6474851"/>
                </a:cubicBezTo>
                <a:cubicBezTo>
                  <a:pt x="2840654" y="6476578"/>
                  <a:pt x="2836387" y="6477442"/>
                  <a:pt x="2832458" y="6477442"/>
                </a:cubicBezTo>
                <a:cubicBezTo>
                  <a:pt x="2829749" y="6477442"/>
                  <a:pt x="2827040" y="6476849"/>
                  <a:pt x="2824330" y="6475664"/>
                </a:cubicBezTo>
                <a:cubicBezTo>
                  <a:pt x="2821621" y="6474478"/>
                  <a:pt x="2819352" y="6472497"/>
                  <a:pt x="2817523" y="6469720"/>
                </a:cubicBezTo>
                <a:cubicBezTo>
                  <a:pt x="2815694" y="6466943"/>
                  <a:pt x="2814780" y="6463184"/>
                  <a:pt x="2814780" y="6458442"/>
                </a:cubicBezTo>
                <a:cubicBezTo>
                  <a:pt x="2814780" y="6452753"/>
                  <a:pt x="2816490" y="6448198"/>
                  <a:pt x="2819911" y="6444777"/>
                </a:cubicBezTo>
                <a:cubicBezTo>
                  <a:pt x="2823331" y="6441357"/>
                  <a:pt x="2828157" y="6438885"/>
                  <a:pt x="2834388" y="6437360"/>
                </a:cubicBezTo>
                <a:cubicBezTo>
                  <a:pt x="2840620" y="6435837"/>
                  <a:pt x="2847935" y="6435074"/>
                  <a:pt x="2856334" y="6435074"/>
                </a:cubicBezTo>
                <a:close/>
                <a:moveTo>
                  <a:pt x="2446759" y="6435074"/>
                </a:moveTo>
                <a:lnTo>
                  <a:pt x="2446556" y="6466672"/>
                </a:lnTo>
                <a:cubicBezTo>
                  <a:pt x="2443914" y="6470397"/>
                  <a:pt x="2440291" y="6473124"/>
                  <a:pt x="2435685" y="6474851"/>
                </a:cubicBezTo>
                <a:cubicBezTo>
                  <a:pt x="2431079" y="6476578"/>
                  <a:pt x="2426812" y="6477442"/>
                  <a:pt x="2422883" y="6477442"/>
                </a:cubicBezTo>
                <a:cubicBezTo>
                  <a:pt x="2420174" y="6477442"/>
                  <a:pt x="2417464" y="6476849"/>
                  <a:pt x="2414755" y="6475664"/>
                </a:cubicBezTo>
                <a:cubicBezTo>
                  <a:pt x="2412046" y="6474478"/>
                  <a:pt x="2409777" y="6472497"/>
                  <a:pt x="2407948" y="6469720"/>
                </a:cubicBezTo>
                <a:cubicBezTo>
                  <a:pt x="2406119" y="6466943"/>
                  <a:pt x="2405205" y="6463184"/>
                  <a:pt x="2405205" y="6458442"/>
                </a:cubicBezTo>
                <a:cubicBezTo>
                  <a:pt x="2405205" y="6452753"/>
                  <a:pt x="2406915" y="6448198"/>
                  <a:pt x="2410336" y="6444777"/>
                </a:cubicBezTo>
                <a:cubicBezTo>
                  <a:pt x="2413756" y="6441357"/>
                  <a:pt x="2418582" y="6438885"/>
                  <a:pt x="2424814" y="6437360"/>
                </a:cubicBezTo>
                <a:cubicBezTo>
                  <a:pt x="2431045" y="6435837"/>
                  <a:pt x="2438360" y="6435074"/>
                  <a:pt x="2446759" y="6435074"/>
                </a:cubicBezTo>
                <a:close/>
                <a:moveTo>
                  <a:pt x="517172" y="6418615"/>
                </a:moveTo>
                <a:lnTo>
                  <a:pt x="533327" y="6418615"/>
                </a:lnTo>
                <a:cubicBezTo>
                  <a:pt x="546806" y="6418615"/>
                  <a:pt x="556559" y="6420986"/>
                  <a:pt x="562587" y="6425727"/>
                </a:cubicBezTo>
                <a:cubicBezTo>
                  <a:pt x="568616" y="6430468"/>
                  <a:pt x="571630" y="6438732"/>
                  <a:pt x="571630" y="6450518"/>
                </a:cubicBezTo>
                <a:cubicBezTo>
                  <a:pt x="571630" y="6460542"/>
                  <a:pt x="568921" y="6467772"/>
                  <a:pt x="563502" y="6472209"/>
                </a:cubicBezTo>
                <a:cubicBezTo>
                  <a:pt x="558084" y="6476646"/>
                  <a:pt x="549887" y="6478864"/>
                  <a:pt x="538915" y="6478864"/>
                </a:cubicBezTo>
                <a:lnTo>
                  <a:pt x="517172" y="6478864"/>
                </a:lnTo>
                <a:close/>
                <a:moveTo>
                  <a:pt x="3683333" y="6416481"/>
                </a:moveTo>
                <a:lnTo>
                  <a:pt x="3726716" y="6461287"/>
                </a:lnTo>
                <a:cubicBezTo>
                  <a:pt x="3721636" y="6466503"/>
                  <a:pt x="3716285" y="6470296"/>
                  <a:pt x="3710663" y="6472666"/>
                </a:cubicBezTo>
                <a:cubicBezTo>
                  <a:pt x="3705041" y="6475037"/>
                  <a:pt x="3698370" y="6476223"/>
                  <a:pt x="3690648" y="6476223"/>
                </a:cubicBezTo>
                <a:cubicBezTo>
                  <a:pt x="3685704" y="6476223"/>
                  <a:pt x="3681233" y="6475139"/>
                  <a:pt x="3677237" y="6472971"/>
                </a:cubicBezTo>
                <a:cubicBezTo>
                  <a:pt x="3673240" y="6470804"/>
                  <a:pt x="3670074" y="6467790"/>
                  <a:pt x="3667737" y="6463929"/>
                </a:cubicBezTo>
                <a:cubicBezTo>
                  <a:pt x="3665400" y="6460068"/>
                  <a:pt x="3664232" y="6455496"/>
                  <a:pt x="3664232" y="6450213"/>
                </a:cubicBezTo>
                <a:cubicBezTo>
                  <a:pt x="3664232" y="6441407"/>
                  <a:pt x="3665841" y="6434618"/>
                  <a:pt x="3669058" y="6429842"/>
                </a:cubicBezTo>
                <a:cubicBezTo>
                  <a:pt x="3672275" y="6425067"/>
                  <a:pt x="3677034" y="6420613"/>
                  <a:pt x="3683333" y="6416481"/>
                </a:cubicBezTo>
                <a:close/>
                <a:moveTo>
                  <a:pt x="1931165" y="6395958"/>
                </a:moveTo>
                <a:cubicBezTo>
                  <a:pt x="1938344" y="6395958"/>
                  <a:pt x="1944203" y="6397872"/>
                  <a:pt x="1948742" y="6401699"/>
                </a:cubicBezTo>
                <a:cubicBezTo>
                  <a:pt x="1953280" y="6405526"/>
                  <a:pt x="1956632" y="6410775"/>
                  <a:pt x="1958800" y="6417447"/>
                </a:cubicBezTo>
                <a:cubicBezTo>
                  <a:pt x="1960967" y="6424119"/>
                  <a:pt x="1962051" y="6431722"/>
                  <a:pt x="1962051" y="6440256"/>
                </a:cubicBezTo>
                <a:cubicBezTo>
                  <a:pt x="1962051" y="6447503"/>
                  <a:pt x="1960900" y="6454327"/>
                  <a:pt x="1958596" y="6460729"/>
                </a:cubicBezTo>
                <a:cubicBezTo>
                  <a:pt x="1956294" y="6467129"/>
                  <a:pt x="1952772" y="6472328"/>
                  <a:pt x="1948030" y="6476324"/>
                </a:cubicBezTo>
                <a:cubicBezTo>
                  <a:pt x="1943289" y="6480321"/>
                  <a:pt x="1937227" y="6482319"/>
                  <a:pt x="1929844" y="6482319"/>
                </a:cubicBezTo>
                <a:cubicBezTo>
                  <a:pt x="1927744" y="6482319"/>
                  <a:pt x="1925306" y="6481844"/>
                  <a:pt x="1922529" y="6480896"/>
                </a:cubicBezTo>
                <a:cubicBezTo>
                  <a:pt x="1919752" y="6479948"/>
                  <a:pt x="1917127" y="6478779"/>
                  <a:pt x="1914655" y="6477391"/>
                </a:cubicBezTo>
                <a:cubicBezTo>
                  <a:pt x="1912182" y="6476002"/>
                  <a:pt x="1910269" y="6474631"/>
                  <a:pt x="1908914" y="6473276"/>
                </a:cubicBezTo>
                <a:lnTo>
                  <a:pt x="1908914" y="6407033"/>
                </a:lnTo>
                <a:cubicBezTo>
                  <a:pt x="1911894" y="6402765"/>
                  <a:pt x="1915552" y="6399853"/>
                  <a:pt x="1919887" y="6398295"/>
                </a:cubicBezTo>
                <a:cubicBezTo>
                  <a:pt x="1924222" y="6396737"/>
                  <a:pt x="1927981" y="6395958"/>
                  <a:pt x="1931165" y="6395958"/>
                </a:cubicBezTo>
                <a:close/>
                <a:moveTo>
                  <a:pt x="4469768" y="6391386"/>
                </a:moveTo>
                <a:cubicBezTo>
                  <a:pt x="4474983" y="6391386"/>
                  <a:pt x="4479149" y="6392893"/>
                  <a:pt x="4482264" y="6395908"/>
                </a:cubicBezTo>
                <a:cubicBezTo>
                  <a:pt x="4485380" y="6398922"/>
                  <a:pt x="4487632" y="6402901"/>
                  <a:pt x="4489021" y="6407846"/>
                </a:cubicBezTo>
                <a:cubicBezTo>
                  <a:pt x="4490409" y="6412790"/>
                  <a:pt x="4491104" y="6418243"/>
                  <a:pt x="4491104" y="6424203"/>
                </a:cubicBezTo>
                <a:lnTo>
                  <a:pt x="4443312" y="6424203"/>
                </a:lnTo>
                <a:lnTo>
                  <a:pt x="4443809" y="6418920"/>
                </a:lnTo>
                <a:cubicBezTo>
                  <a:pt x="4444656" y="6414179"/>
                  <a:pt x="4446128" y="6409725"/>
                  <a:pt x="4448228" y="6405559"/>
                </a:cubicBezTo>
                <a:cubicBezTo>
                  <a:pt x="4450328" y="6401394"/>
                  <a:pt x="4453122" y="6397991"/>
                  <a:pt x="4456610" y="6395349"/>
                </a:cubicBezTo>
                <a:cubicBezTo>
                  <a:pt x="4460099" y="6392707"/>
                  <a:pt x="4464484" y="6391386"/>
                  <a:pt x="4469768" y="6391386"/>
                </a:cubicBezTo>
                <a:close/>
                <a:moveTo>
                  <a:pt x="3956840" y="6391386"/>
                </a:moveTo>
                <a:cubicBezTo>
                  <a:pt x="3964087" y="6391386"/>
                  <a:pt x="3969878" y="6393757"/>
                  <a:pt x="3974214" y="6398498"/>
                </a:cubicBezTo>
                <a:cubicBezTo>
                  <a:pt x="3978548" y="6403240"/>
                  <a:pt x="3981681" y="6409234"/>
                  <a:pt x="3983612" y="6416481"/>
                </a:cubicBezTo>
                <a:cubicBezTo>
                  <a:pt x="3985542" y="6423729"/>
                  <a:pt x="3986507" y="6431180"/>
                  <a:pt x="3986507" y="6438834"/>
                </a:cubicBezTo>
                <a:cubicBezTo>
                  <a:pt x="3986507" y="6443440"/>
                  <a:pt x="3986084" y="6448282"/>
                  <a:pt x="3985237" y="6453362"/>
                </a:cubicBezTo>
                <a:cubicBezTo>
                  <a:pt x="3984390" y="6458442"/>
                  <a:pt x="3982934" y="6463184"/>
                  <a:pt x="3980868" y="6467586"/>
                </a:cubicBezTo>
                <a:cubicBezTo>
                  <a:pt x="3978802" y="6471989"/>
                  <a:pt x="3975975" y="6475562"/>
                  <a:pt x="3972385" y="6478305"/>
                </a:cubicBezTo>
                <a:cubicBezTo>
                  <a:pt x="3968795" y="6481048"/>
                  <a:pt x="3964257" y="6482420"/>
                  <a:pt x="3958770" y="6482420"/>
                </a:cubicBezTo>
                <a:cubicBezTo>
                  <a:pt x="3952945" y="6482420"/>
                  <a:pt x="3948153" y="6480930"/>
                  <a:pt x="3944394" y="6477950"/>
                </a:cubicBezTo>
                <a:cubicBezTo>
                  <a:pt x="3940635" y="6474969"/>
                  <a:pt x="3937621" y="6471075"/>
                  <a:pt x="3935352" y="6466266"/>
                </a:cubicBezTo>
                <a:cubicBezTo>
                  <a:pt x="3933082" y="6461457"/>
                  <a:pt x="3931491" y="6456292"/>
                  <a:pt x="3930576" y="6450772"/>
                </a:cubicBezTo>
                <a:cubicBezTo>
                  <a:pt x="3929662" y="6445251"/>
                  <a:pt x="3929205" y="6439917"/>
                  <a:pt x="3929205" y="6434770"/>
                </a:cubicBezTo>
                <a:cubicBezTo>
                  <a:pt x="3929205" y="6430096"/>
                  <a:pt x="3929628" y="6425253"/>
                  <a:pt x="3930475" y="6420241"/>
                </a:cubicBezTo>
                <a:cubicBezTo>
                  <a:pt x="3931321" y="6415229"/>
                  <a:pt x="3932795" y="6410538"/>
                  <a:pt x="3934894" y="6406169"/>
                </a:cubicBezTo>
                <a:cubicBezTo>
                  <a:pt x="3936994" y="6401800"/>
                  <a:pt x="3939822" y="6398244"/>
                  <a:pt x="3943378" y="6395501"/>
                </a:cubicBezTo>
                <a:cubicBezTo>
                  <a:pt x="3946934" y="6392758"/>
                  <a:pt x="3951421" y="6391386"/>
                  <a:pt x="3956840" y="6391386"/>
                </a:cubicBezTo>
                <a:close/>
                <a:moveTo>
                  <a:pt x="1651790" y="6391386"/>
                </a:moveTo>
                <a:cubicBezTo>
                  <a:pt x="1659038" y="6391386"/>
                  <a:pt x="1664829" y="6393757"/>
                  <a:pt x="1669164" y="6398498"/>
                </a:cubicBezTo>
                <a:cubicBezTo>
                  <a:pt x="1673498" y="6403240"/>
                  <a:pt x="1676631" y="6409234"/>
                  <a:pt x="1678562" y="6416481"/>
                </a:cubicBezTo>
                <a:cubicBezTo>
                  <a:pt x="1680492" y="6423729"/>
                  <a:pt x="1681457" y="6431180"/>
                  <a:pt x="1681457" y="6438834"/>
                </a:cubicBezTo>
                <a:cubicBezTo>
                  <a:pt x="1681457" y="6443440"/>
                  <a:pt x="1681034" y="6448282"/>
                  <a:pt x="1680187" y="6453362"/>
                </a:cubicBezTo>
                <a:cubicBezTo>
                  <a:pt x="1679340" y="6458442"/>
                  <a:pt x="1677884" y="6463184"/>
                  <a:pt x="1675818" y="6467586"/>
                </a:cubicBezTo>
                <a:cubicBezTo>
                  <a:pt x="1673753" y="6471989"/>
                  <a:pt x="1670925" y="6475562"/>
                  <a:pt x="1667335" y="6478305"/>
                </a:cubicBezTo>
                <a:cubicBezTo>
                  <a:pt x="1663745" y="6481048"/>
                  <a:pt x="1659207" y="6482420"/>
                  <a:pt x="1653720" y="6482420"/>
                </a:cubicBezTo>
                <a:cubicBezTo>
                  <a:pt x="1647895" y="6482420"/>
                  <a:pt x="1643103" y="6480930"/>
                  <a:pt x="1639344" y="6477950"/>
                </a:cubicBezTo>
                <a:cubicBezTo>
                  <a:pt x="1635585" y="6474969"/>
                  <a:pt x="1632571" y="6471075"/>
                  <a:pt x="1630302" y="6466266"/>
                </a:cubicBezTo>
                <a:cubicBezTo>
                  <a:pt x="1628032" y="6461457"/>
                  <a:pt x="1626441" y="6456292"/>
                  <a:pt x="1625526" y="6450772"/>
                </a:cubicBezTo>
                <a:cubicBezTo>
                  <a:pt x="1624612" y="6445251"/>
                  <a:pt x="1624155" y="6439917"/>
                  <a:pt x="1624155" y="6434770"/>
                </a:cubicBezTo>
                <a:cubicBezTo>
                  <a:pt x="1624155" y="6430096"/>
                  <a:pt x="1624578" y="6425253"/>
                  <a:pt x="1625425" y="6420241"/>
                </a:cubicBezTo>
                <a:cubicBezTo>
                  <a:pt x="1626272" y="6415229"/>
                  <a:pt x="1627745" y="6410538"/>
                  <a:pt x="1629844" y="6406169"/>
                </a:cubicBezTo>
                <a:cubicBezTo>
                  <a:pt x="1631944" y="6401800"/>
                  <a:pt x="1634772" y="6398244"/>
                  <a:pt x="1638328" y="6395501"/>
                </a:cubicBezTo>
                <a:cubicBezTo>
                  <a:pt x="1641884" y="6392758"/>
                  <a:pt x="1646371" y="6391386"/>
                  <a:pt x="1651790" y="6391386"/>
                </a:cubicBezTo>
                <a:close/>
                <a:moveTo>
                  <a:pt x="1385090" y="6391386"/>
                </a:moveTo>
                <a:cubicBezTo>
                  <a:pt x="1392338" y="6391386"/>
                  <a:pt x="1398129" y="6393757"/>
                  <a:pt x="1402464" y="6398498"/>
                </a:cubicBezTo>
                <a:cubicBezTo>
                  <a:pt x="1406799" y="6403240"/>
                  <a:pt x="1409931" y="6409234"/>
                  <a:pt x="1411862" y="6416481"/>
                </a:cubicBezTo>
                <a:cubicBezTo>
                  <a:pt x="1413792" y="6423729"/>
                  <a:pt x="1414757" y="6431180"/>
                  <a:pt x="1414757" y="6438834"/>
                </a:cubicBezTo>
                <a:cubicBezTo>
                  <a:pt x="1414757" y="6443440"/>
                  <a:pt x="1414334" y="6448282"/>
                  <a:pt x="1413488" y="6453362"/>
                </a:cubicBezTo>
                <a:cubicBezTo>
                  <a:pt x="1412641" y="6458442"/>
                  <a:pt x="1411184" y="6463184"/>
                  <a:pt x="1409119" y="6467586"/>
                </a:cubicBezTo>
                <a:cubicBezTo>
                  <a:pt x="1407053" y="6471989"/>
                  <a:pt x="1404225" y="6475562"/>
                  <a:pt x="1400635" y="6478305"/>
                </a:cubicBezTo>
                <a:cubicBezTo>
                  <a:pt x="1397045" y="6481048"/>
                  <a:pt x="1392508" y="6482420"/>
                  <a:pt x="1387021" y="6482420"/>
                </a:cubicBezTo>
                <a:cubicBezTo>
                  <a:pt x="1381196" y="6482420"/>
                  <a:pt x="1376403" y="6480930"/>
                  <a:pt x="1372644" y="6477950"/>
                </a:cubicBezTo>
                <a:cubicBezTo>
                  <a:pt x="1368885" y="6474969"/>
                  <a:pt x="1365871" y="6471075"/>
                  <a:pt x="1363602" y="6466266"/>
                </a:cubicBezTo>
                <a:cubicBezTo>
                  <a:pt x="1361333" y="6461457"/>
                  <a:pt x="1359742" y="6456292"/>
                  <a:pt x="1358827" y="6450772"/>
                </a:cubicBezTo>
                <a:cubicBezTo>
                  <a:pt x="1357912" y="6445251"/>
                  <a:pt x="1357455" y="6439917"/>
                  <a:pt x="1357455" y="6434770"/>
                </a:cubicBezTo>
                <a:cubicBezTo>
                  <a:pt x="1357455" y="6430096"/>
                  <a:pt x="1357878" y="6425253"/>
                  <a:pt x="1358725" y="6420241"/>
                </a:cubicBezTo>
                <a:cubicBezTo>
                  <a:pt x="1359572" y="6415229"/>
                  <a:pt x="1361045" y="6410538"/>
                  <a:pt x="1363145" y="6406169"/>
                </a:cubicBezTo>
                <a:cubicBezTo>
                  <a:pt x="1365244" y="6401800"/>
                  <a:pt x="1368072" y="6398244"/>
                  <a:pt x="1371629" y="6395501"/>
                </a:cubicBezTo>
                <a:cubicBezTo>
                  <a:pt x="1375184" y="6392758"/>
                  <a:pt x="1379672" y="6391386"/>
                  <a:pt x="1385090" y="6391386"/>
                </a:cubicBezTo>
                <a:close/>
                <a:moveTo>
                  <a:pt x="737391" y="6391386"/>
                </a:moveTo>
                <a:cubicBezTo>
                  <a:pt x="744638" y="6391386"/>
                  <a:pt x="750429" y="6393757"/>
                  <a:pt x="754764" y="6398498"/>
                </a:cubicBezTo>
                <a:cubicBezTo>
                  <a:pt x="759099" y="6403240"/>
                  <a:pt x="762231" y="6409234"/>
                  <a:pt x="764162" y="6416481"/>
                </a:cubicBezTo>
                <a:cubicBezTo>
                  <a:pt x="766092" y="6423729"/>
                  <a:pt x="767057" y="6431180"/>
                  <a:pt x="767057" y="6438834"/>
                </a:cubicBezTo>
                <a:cubicBezTo>
                  <a:pt x="767057" y="6443440"/>
                  <a:pt x="766634" y="6448282"/>
                  <a:pt x="765787" y="6453362"/>
                </a:cubicBezTo>
                <a:cubicBezTo>
                  <a:pt x="764941" y="6458442"/>
                  <a:pt x="763485" y="6463184"/>
                  <a:pt x="761419" y="6467586"/>
                </a:cubicBezTo>
                <a:cubicBezTo>
                  <a:pt x="759353" y="6471989"/>
                  <a:pt x="756525" y="6475562"/>
                  <a:pt x="752935" y="6478305"/>
                </a:cubicBezTo>
                <a:cubicBezTo>
                  <a:pt x="749345" y="6481048"/>
                  <a:pt x="744807" y="6482420"/>
                  <a:pt x="739321" y="6482420"/>
                </a:cubicBezTo>
                <a:cubicBezTo>
                  <a:pt x="733496" y="6482420"/>
                  <a:pt x="728703" y="6480930"/>
                  <a:pt x="724945" y="6477950"/>
                </a:cubicBezTo>
                <a:cubicBezTo>
                  <a:pt x="721185" y="6474969"/>
                  <a:pt x="718171" y="6471075"/>
                  <a:pt x="715902" y="6466266"/>
                </a:cubicBezTo>
                <a:cubicBezTo>
                  <a:pt x="713633" y="6461457"/>
                  <a:pt x="712041" y="6456292"/>
                  <a:pt x="711127" y="6450772"/>
                </a:cubicBezTo>
                <a:cubicBezTo>
                  <a:pt x="710212" y="6445251"/>
                  <a:pt x="709755" y="6439917"/>
                  <a:pt x="709755" y="6434770"/>
                </a:cubicBezTo>
                <a:cubicBezTo>
                  <a:pt x="709755" y="6430096"/>
                  <a:pt x="710179" y="6425253"/>
                  <a:pt x="711025" y="6420241"/>
                </a:cubicBezTo>
                <a:cubicBezTo>
                  <a:pt x="711872" y="6415229"/>
                  <a:pt x="713345" y="6410538"/>
                  <a:pt x="715445" y="6406169"/>
                </a:cubicBezTo>
                <a:cubicBezTo>
                  <a:pt x="717545" y="6401800"/>
                  <a:pt x="720372" y="6398244"/>
                  <a:pt x="723928" y="6395501"/>
                </a:cubicBezTo>
                <a:cubicBezTo>
                  <a:pt x="727485" y="6392758"/>
                  <a:pt x="731972" y="6391386"/>
                  <a:pt x="737391" y="6391386"/>
                </a:cubicBezTo>
                <a:close/>
                <a:moveTo>
                  <a:pt x="953011" y="6390574"/>
                </a:moveTo>
                <a:cubicBezTo>
                  <a:pt x="958836" y="6390574"/>
                  <a:pt x="963493" y="6393029"/>
                  <a:pt x="966981" y="6397940"/>
                </a:cubicBezTo>
                <a:cubicBezTo>
                  <a:pt x="970469" y="6402850"/>
                  <a:pt x="972213" y="6409268"/>
                  <a:pt x="972213" y="6417193"/>
                </a:cubicBezTo>
                <a:cubicBezTo>
                  <a:pt x="972213" y="6422340"/>
                  <a:pt x="971553" y="6427048"/>
                  <a:pt x="970232" y="6431315"/>
                </a:cubicBezTo>
                <a:cubicBezTo>
                  <a:pt x="968911" y="6435583"/>
                  <a:pt x="966863" y="6438986"/>
                  <a:pt x="964085" y="6441526"/>
                </a:cubicBezTo>
                <a:cubicBezTo>
                  <a:pt x="961308" y="6444066"/>
                  <a:pt x="957752" y="6445336"/>
                  <a:pt x="953417" y="6445336"/>
                </a:cubicBezTo>
                <a:cubicBezTo>
                  <a:pt x="947253" y="6445336"/>
                  <a:pt x="942411" y="6442694"/>
                  <a:pt x="938888" y="6437411"/>
                </a:cubicBezTo>
                <a:cubicBezTo>
                  <a:pt x="935366" y="6432128"/>
                  <a:pt x="933605" y="6425423"/>
                  <a:pt x="933605" y="6417294"/>
                </a:cubicBezTo>
                <a:cubicBezTo>
                  <a:pt x="933605" y="6412214"/>
                  <a:pt x="934316" y="6407659"/>
                  <a:pt x="935739" y="6403629"/>
                </a:cubicBezTo>
                <a:cubicBezTo>
                  <a:pt x="937161" y="6399599"/>
                  <a:pt x="939295" y="6396416"/>
                  <a:pt x="942140" y="6394079"/>
                </a:cubicBezTo>
                <a:cubicBezTo>
                  <a:pt x="944984" y="6391742"/>
                  <a:pt x="948608" y="6390574"/>
                  <a:pt x="953011" y="6390574"/>
                </a:cubicBezTo>
                <a:close/>
                <a:moveTo>
                  <a:pt x="4006649" y="6386815"/>
                </a:moveTo>
                <a:lnTo>
                  <a:pt x="4006649" y="6391895"/>
                </a:lnTo>
                <a:lnTo>
                  <a:pt x="4013761" y="6394333"/>
                </a:lnTo>
                <a:cubicBezTo>
                  <a:pt x="4015522" y="6394875"/>
                  <a:pt x="4016911" y="6395468"/>
                  <a:pt x="4017927" y="6396111"/>
                </a:cubicBezTo>
                <a:cubicBezTo>
                  <a:pt x="4018943" y="6396754"/>
                  <a:pt x="4019756" y="6397787"/>
                  <a:pt x="4020365" y="6399210"/>
                </a:cubicBezTo>
                <a:lnTo>
                  <a:pt x="4051658" y="6473581"/>
                </a:lnTo>
                <a:lnTo>
                  <a:pt x="4058668" y="6487399"/>
                </a:lnTo>
                <a:cubicBezTo>
                  <a:pt x="4056501" y="6493088"/>
                  <a:pt x="4054604" y="6497914"/>
                  <a:pt x="4052979" y="6501876"/>
                </a:cubicBezTo>
                <a:cubicBezTo>
                  <a:pt x="4051354" y="6505839"/>
                  <a:pt x="4049711" y="6509090"/>
                  <a:pt x="4048052" y="6511630"/>
                </a:cubicBezTo>
                <a:cubicBezTo>
                  <a:pt x="4046392" y="6514170"/>
                  <a:pt x="4044377" y="6516219"/>
                  <a:pt x="4042006" y="6517777"/>
                </a:cubicBezTo>
                <a:cubicBezTo>
                  <a:pt x="4040652" y="6518793"/>
                  <a:pt x="4039348" y="6519470"/>
                  <a:pt x="4038095" y="6519809"/>
                </a:cubicBezTo>
                <a:cubicBezTo>
                  <a:pt x="4036841" y="6520148"/>
                  <a:pt x="4035402" y="6520317"/>
                  <a:pt x="4033777" y="6520317"/>
                </a:cubicBezTo>
                <a:cubicBezTo>
                  <a:pt x="4032828" y="6520317"/>
                  <a:pt x="4031592" y="6520148"/>
                  <a:pt x="4030068" y="6519809"/>
                </a:cubicBezTo>
                <a:cubicBezTo>
                  <a:pt x="4028544" y="6519470"/>
                  <a:pt x="4026919" y="6519030"/>
                  <a:pt x="4025192" y="6518488"/>
                </a:cubicBezTo>
                <a:cubicBezTo>
                  <a:pt x="4023464" y="6517946"/>
                  <a:pt x="4021838" y="6517371"/>
                  <a:pt x="4020315" y="6516761"/>
                </a:cubicBezTo>
                <a:cubicBezTo>
                  <a:pt x="4018791" y="6516152"/>
                  <a:pt x="4017521" y="6515508"/>
                  <a:pt x="4016504" y="6514831"/>
                </a:cubicBezTo>
                <a:lnTo>
                  <a:pt x="4013558" y="6514831"/>
                </a:lnTo>
                <a:lnTo>
                  <a:pt x="4010916" y="6531391"/>
                </a:lnTo>
                <a:cubicBezTo>
                  <a:pt x="4012068" y="6531933"/>
                  <a:pt x="4013490" y="6532526"/>
                  <a:pt x="4015184" y="6533169"/>
                </a:cubicBezTo>
                <a:cubicBezTo>
                  <a:pt x="4016877" y="6533813"/>
                  <a:pt x="4018774" y="6534354"/>
                  <a:pt x="4020874" y="6534795"/>
                </a:cubicBezTo>
                <a:cubicBezTo>
                  <a:pt x="4022973" y="6535235"/>
                  <a:pt x="4025140" y="6535455"/>
                  <a:pt x="4027376" y="6535455"/>
                </a:cubicBezTo>
                <a:cubicBezTo>
                  <a:pt x="4031710" y="6535455"/>
                  <a:pt x="4035876" y="6534761"/>
                  <a:pt x="4039872" y="6533373"/>
                </a:cubicBezTo>
                <a:cubicBezTo>
                  <a:pt x="4043869" y="6531984"/>
                  <a:pt x="4047662" y="6529173"/>
                  <a:pt x="4051252" y="6524940"/>
                </a:cubicBezTo>
                <a:cubicBezTo>
                  <a:pt x="4054842" y="6520706"/>
                  <a:pt x="4058194" y="6514289"/>
                  <a:pt x="4061310" y="6505686"/>
                </a:cubicBezTo>
                <a:lnTo>
                  <a:pt x="4099512" y="6400225"/>
                </a:lnTo>
                <a:cubicBezTo>
                  <a:pt x="4099986" y="6398735"/>
                  <a:pt x="4100765" y="6397720"/>
                  <a:pt x="4101849" y="6397177"/>
                </a:cubicBezTo>
                <a:cubicBezTo>
                  <a:pt x="4102932" y="6396636"/>
                  <a:pt x="4104355" y="6395993"/>
                  <a:pt x="4106116" y="6395247"/>
                </a:cubicBezTo>
                <a:lnTo>
                  <a:pt x="4113532" y="6391895"/>
                </a:lnTo>
                <a:lnTo>
                  <a:pt x="4113532" y="6386815"/>
                </a:lnTo>
                <a:lnTo>
                  <a:pt x="4077058" y="6386815"/>
                </a:lnTo>
                <a:lnTo>
                  <a:pt x="4077058" y="6391895"/>
                </a:lnTo>
                <a:lnTo>
                  <a:pt x="4091384" y="6396365"/>
                </a:lnTo>
                <a:lnTo>
                  <a:pt x="4066796" y="6464945"/>
                </a:lnTo>
                <a:lnTo>
                  <a:pt x="4066492" y="6464945"/>
                </a:lnTo>
                <a:lnTo>
                  <a:pt x="4061412" y="6452245"/>
                </a:lnTo>
                <a:lnTo>
                  <a:pt x="4037841" y="6395349"/>
                </a:lnTo>
                <a:lnTo>
                  <a:pt x="4052573" y="6391895"/>
                </a:lnTo>
                <a:lnTo>
                  <a:pt x="4052573" y="6386815"/>
                </a:lnTo>
                <a:close/>
                <a:moveTo>
                  <a:pt x="1987349" y="6386815"/>
                </a:moveTo>
                <a:lnTo>
                  <a:pt x="1987349" y="6391895"/>
                </a:lnTo>
                <a:lnTo>
                  <a:pt x="1994461" y="6394333"/>
                </a:lnTo>
                <a:cubicBezTo>
                  <a:pt x="1996222" y="6394875"/>
                  <a:pt x="1997611" y="6395468"/>
                  <a:pt x="1998627" y="6396111"/>
                </a:cubicBezTo>
                <a:cubicBezTo>
                  <a:pt x="1999643" y="6396754"/>
                  <a:pt x="2000456" y="6397787"/>
                  <a:pt x="2001066" y="6399210"/>
                </a:cubicBezTo>
                <a:lnTo>
                  <a:pt x="2032358" y="6473581"/>
                </a:lnTo>
                <a:lnTo>
                  <a:pt x="2039369" y="6487399"/>
                </a:lnTo>
                <a:cubicBezTo>
                  <a:pt x="2037201" y="6493088"/>
                  <a:pt x="2035305" y="6497914"/>
                  <a:pt x="2033679" y="6501876"/>
                </a:cubicBezTo>
                <a:cubicBezTo>
                  <a:pt x="2032053" y="6505839"/>
                  <a:pt x="2030411" y="6509090"/>
                  <a:pt x="2028751" y="6511630"/>
                </a:cubicBezTo>
                <a:cubicBezTo>
                  <a:pt x="2027092" y="6514170"/>
                  <a:pt x="2025077" y="6516219"/>
                  <a:pt x="2022706" y="6517777"/>
                </a:cubicBezTo>
                <a:cubicBezTo>
                  <a:pt x="2021352" y="6518793"/>
                  <a:pt x="2020048" y="6519470"/>
                  <a:pt x="2018795" y="6519809"/>
                </a:cubicBezTo>
                <a:cubicBezTo>
                  <a:pt x="2017542" y="6520148"/>
                  <a:pt x="2016102" y="6520317"/>
                  <a:pt x="2014476" y="6520317"/>
                </a:cubicBezTo>
                <a:cubicBezTo>
                  <a:pt x="2013528" y="6520317"/>
                  <a:pt x="2012292" y="6520148"/>
                  <a:pt x="2010768" y="6519809"/>
                </a:cubicBezTo>
                <a:cubicBezTo>
                  <a:pt x="2009244" y="6519470"/>
                  <a:pt x="2007618" y="6519030"/>
                  <a:pt x="2005892" y="6518488"/>
                </a:cubicBezTo>
                <a:cubicBezTo>
                  <a:pt x="2004164" y="6517946"/>
                  <a:pt x="2002539" y="6517371"/>
                  <a:pt x="2001015" y="6516761"/>
                </a:cubicBezTo>
                <a:cubicBezTo>
                  <a:pt x="1999490" y="6516152"/>
                  <a:pt x="1998221" y="6515508"/>
                  <a:pt x="1997205" y="6514831"/>
                </a:cubicBezTo>
                <a:lnTo>
                  <a:pt x="1994258" y="6514831"/>
                </a:lnTo>
                <a:lnTo>
                  <a:pt x="1991617" y="6531391"/>
                </a:lnTo>
                <a:cubicBezTo>
                  <a:pt x="1992768" y="6531933"/>
                  <a:pt x="1994190" y="6532526"/>
                  <a:pt x="1995884" y="6533169"/>
                </a:cubicBezTo>
                <a:cubicBezTo>
                  <a:pt x="1997577" y="6533813"/>
                  <a:pt x="1999474" y="6534354"/>
                  <a:pt x="2001573" y="6534795"/>
                </a:cubicBezTo>
                <a:cubicBezTo>
                  <a:pt x="2003673" y="6535235"/>
                  <a:pt x="2005841" y="6535455"/>
                  <a:pt x="2008076" y="6535455"/>
                </a:cubicBezTo>
                <a:cubicBezTo>
                  <a:pt x="2012411" y="6535455"/>
                  <a:pt x="2016576" y="6534761"/>
                  <a:pt x="2020572" y="6533373"/>
                </a:cubicBezTo>
                <a:cubicBezTo>
                  <a:pt x="2024569" y="6531984"/>
                  <a:pt x="2028362" y="6529173"/>
                  <a:pt x="2031952" y="6524940"/>
                </a:cubicBezTo>
                <a:cubicBezTo>
                  <a:pt x="2035542" y="6520706"/>
                  <a:pt x="2038894" y="6514289"/>
                  <a:pt x="2042010" y="6505686"/>
                </a:cubicBezTo>
                <a:lnTo>
                  <a:pt x="2080212" y="6400225"/>
                </a:lnTo>
                <a:cubicBezTo>
                  <a:pt x="2080686" y="6398735"/>
                  <a:pt x="2081465" y="6397720"/>
                  <a:pt x="2082548" y="6397177"/>
                </a:cubicBezTo>
                <a:cubicBezTo>
                  <a:pt x="2083632" y="6396636"/>
                  <a:pt x="2085055" y="6395993"/>
                  <a:pt x="2086816" y="6395247"/>
                </a:cubicBezTo>
                <a:lnTo>
                  <a:pt x="2094233" y="6391895"/>
                </a:lnTo>
                <a:lnTo>
                  <a:pt x="2094233" y="6386815"/>
                </a:lnTo>
                <a:lnTo>
                  <a:pt x="2057758" y="6386815"/>
                </a:lnTo>
                <a:lnTo>
                  <a:pt x="2057758" y="6391895"/>
                </a:lnTo>
                <a:lnTo>
                  <a:pt x="2072084" y="6396365"/>
                </a:lnTo>
                <a:lnTo>
                  <a:pt x="2047497" y="6464945"/>
                </a:lnTo>
                <a:lnTo>
                  <a:pt x="2047192" y="6464945"/>
                </a:lnTo>
                <a:lnTo>
                  <a:pt x="2042112" y="6452245"/>
                </a:lnTo>
                <a:lnTo>
                  <a:pt x="2018540" y="6395349"/>
                </a:lnTo>
                <a:lnTo>
                  <a:pt x="2033273" y="6391895"/>
                </a:lnTo>
                <a:lnTo>
                  <a:pt x="2033273" y="6386815"/>
                </a:lnTo>
                <a:close/>
                <a:moveTo>
                  <a:pt x="1492050" y="6386815"/>
                </a:moveTo>
                <a:lnTo>
                  <a:pt x="1492050" y="6391895"/>
                </a:lnTo>
                <a:lnTo>
                  <a:pt x="1499162" y="6394333"/>
                </a:lnTo>
                <a:cubicBezTo>
                  <a:pt x="1500923" y="6394875"/>
                  <a:pt x="1502311" y="6395468"/>
                  <a:pt x="1503327" y="6396111"/>
                </a:cubicBezTo>
                <a:cubicBezTo>
                  <a:pt x="1504344" y="6396754"/>
                  <a:pt x="1505157" y="6397787"/>
                  <a:pt x="1505766" y="6399210"/>
                </a:cubicBezTo>
                <a:lnTo>
                  <a:pt x="1537058" y="6473581"/>
                </a:lnTo>
                <a:lnTo>
                  <a:pt x="1544069" y="6487399"/>
                </a:lnTo>
                <a:cubicBezTo>
                  <a:pt x="1541901" y="6493088"/>
                  <a:pt x="1540005" y="6497914"/>
                  <a:pt x="1538379" y="6501876"/>
                </a:cubicBezTo>
                <a:cubicBezTo>
                  <a:pt x="1536754" y="6505839"/>
                  <a:pt x="1535111" y="6509090"/>
                  <a:pt x="1533452" y="6511630"/>
                </a:cubicBezTo>
                <a:cubicBezTo>
                  <a:pt x="1531792" y="6514170"/>
                  <a:pt x="1529777" y="6516219"/>
                  <a:pt x="1527406" y="6517777"/>
                </a:cubicBezTo>
                <a:cubicBezTo>
                  <a:pt x="1526052" y="6518793"/>
                  <a:pt x="1524748" y="6519470"/>
                  <a:pt x="1523495" y="6519809"/>
                </a:cubicBezTo>
                <a:cubicBezTo>
                  <a:pt x="1522242" y="6520148"/>
                  <a:pt x="1520802" y="6520317"/>
                  <a:pt x="1519177" y="6520317"/>
                </a:cubicBezTo>
                <a:cubicBezTo>
                  <a:pt x="1518229" y="6520317"/>
                  <a:pt x="1516992" y="6520148"/>
                  <a:pt x="1515468" y="6519809"/>
                </a:cubicBezTo>
                <a:cubicBezTo>
                  <a:pt x="1513944" y="6519470"/>
                  <a:pt x="1512319" y="6519030"/>
                  <a:pt x="1510592" y="6518488"/>
                </a:cubicBezTo>
                <a:cubicBezTo>
                  <a:pt x="1508864" y="6517946"/>
                  <a:pt x="1507239" y="6517371"/>
                  <a:pt x="1505715" y="6516761"/>
                </a:cubicBezTo>
                <a:cubicBezTo>
                  <a:pt x="1504191" y="6516152"/>
                  <a:pt x="1502921" y="6515508"/>
                  <a:pt x="1501905" y="6514831"/>
                </a:cubicBezTo>
                <a:lnTo>
                  <a:pt x="1498958" y="6514831"/>
                </a:lnTo>
                <a:lnTo>
                  <a:pt x="1496317" y="6531391"/>
                </a:lnTo>
                <a:cubicBezTo>
                  <a:pt x="1497468" y="6531933"/>
                  <a:pt x="1498891" y="6532526"/>
                  <a:pt x="1500584" y="6533169"/>
                </a:cubicBezTo>
                <a:cubicBezTo>
                  <a:pt x="1502278" y="6533813"/>
                  <a:pt x="1504174" y="6534354"/>
                  <a:pt x="1506274" y="6534795"/>
                </a:cubicBezTo>
                <a:cubicBezTo>
                  <a:pt x="1508373" y="6535235"/>
                  <a:pt x="1510541" y="6535455"/>
                  <a:pt x="1512777" y="6535455"/>
                </a:cubicBezTo>
                <a:cubicBezTo>
                  <a:pt x="1517111" y="6535455"/>
                  <a:pt x="1521277" y="6534761"/>
                  <a:pt x="1525273" y="6533373"/>
                </a:cubicBezTo>
                <a:cubicBezTo>
                  <a:pt x="1529270" y="6531984"/>
                  <a:pt x="1533063" y="6529173"/>
                  <a:pt x="1536652" y="6524940"/>
                </a:cubicBezTo>
                <a:cubicBezTo>
                  <a:pt x="1540242" y="6520706"/>
                  <a:pt x="1543595" y="6514289"/>
                  <a:pt x="1546710" y="6505686"/>
                </a:cubicBezTo>
                <a:lnTo>
                  <a:pt x="1584912" y="6400225"/>
                </a:lnTo>
                <a:cubicBezTo>
                  <a:pt x="1585386" y="6398735"/>
                  <a:pt x="1586165" y="6397720"/>
                  <a:pt x="1587249" y="6397177"/>
                </a:cubicBezTo>
                <a:cubicBezTo>
                  <a:pt x="1588332" y="6396636"/>
                  <a:pt x="1589755" y="6395993"/>
                  <a:pt x="1591516" y="6395247"/>
                </a:cubicBezTo>
                <a:lnTo>
                  <a:pt x="1598933" y="6391895"/>
                </a:lnTo>
                <a:lnTo>
                  <a:pt x="1598933" y="6386815"/>
                </a:lnTo>
                <a:lnTo>
                  <a:pt x="1562458" y="6386815"/>
                </a:lnTo>
                <a:lnTo>
                  <a:pt x="1562458" y="6391895"/>
                </a:lnTo>
                <a:lnTo>
                  <a:pt x="1576784" y="6396365"/>
                </a:lnTo>
                <a:lnTo>
                  <a:pt x="1552197" y="6464945"/>
                </a:lnTo>
                <a:lnTo>
                  <a:pt x="1551892" y="6464945"/>
                </a:lnTo>
                <a:lnTo>
                  <a:pt x="1546812" y="6452245"/>
                </a:lnTo>
                <a:lnTo>
                  <a:pt x="1523241" y="6395349"/>
                </a:lnTo>
                <a:lnTo>
                  <a:pt x="1537973" y="6391895"/>
                </a:lnTo>
                <a:lnTo>
                  <a:pt x="1537973" y="6386815"/>
                </a:lnTo>
                <a:close/>
                <a:moveTo>
                  <a:pt x="3343659" y="6384986"/>
                </a:moveTo>
                <a:lnTo>
                  <a:pt x="3308708" y="6391793"/>
                </a:lnTo>
                <a:lnTo>
                  <a:pt x="3308708" y="6395247"/>
                </a:lnTo>
                <a:lnTo>
                  <a:pt x="3320088" y="6398905"/>
                </a:lnTo>
                <a:cubicBezTo>
                  <a:pt x="3322187" y="6399582"/>
                  <a:pt x="3323711" y="6400514"/>
                  <a:pt x="3324660" y="6401699"/>
                </a:cubicBezTo>
                <a:cubicBezTo>
                  <a:pt x="3325608" y="6402884"/>
                  <a:pt x="3326082" y="6404323"/>
                  <a:pt x="3326082" y="6406017"/>
                </a:cubicBezTo>
                <a:lnTo>
                  <a:pt x="3326082" y="6476223"/>
                </a:lnTo>
                <a:cubicBezTo>
                  <a:pt x="3326082" y="6485434"/>
                  <a:pt x="3325896" y="6493444"/>
                  <a:pt x="3325523" y="6500251"/>
                </a:cubicBezTo>
                <a:cubicBezTo>
                  <a:pt x="3325150" y="6507058"/>
                  <a:pt x="3324287" y="6512121"/>
                  <a:pt x="3322932" y="6515440"/>
                </a:cubicBezTo>
                <a:cubicBezTo>
                  <a:pt x="3322187" y="6517336"/>
                  <a:pt x="3320934" y="6518810"/>
                  <a:pt x="3319173" y="6519859"/>
                </a:cubicBezTo>
                <a:cubicBezTo>
                  <a:pt x="3317412" y="6520909"/>
                  <a:pt x="3314872" y="6521434"/>
                  <a:pt x="3311553" y="6521434"/>
                </a:cubicBezTo>
                <a:cubicBezTo>
                  <a:pt x="3308505" y="6521434"/>
                  <a:pt x="3305711" y="6521062"/>
                  <a:pt x="3303171" y="6520317"/>
                </a:cubicBezTo>
                <a:cubicBezTo>
                  <a:pt x="3300631" y="6519572"/>
                  <a:pt x="3298244" y="6518623"/>
                  <a:pt x="3296008" y="6517472"/>
                </a:cubicBezTo>
                <a:cubicBezTo>
                  <a:pt x="3293773" y="6516321"/>
                  <a:pt x="3291606" y="6515135"/>
                  <a:pt x="3289506" y="6513916"/>
                </a:cubicBezTo>
                <a:lnTo>
                  <a:pt x="3287169" y="6513916"/>
                </a:lnTo>
                <a:lnTo>
                  <a:pt x="3284426" y="6529868"/>
                </a:lnTo>
                <a:cubicBezTo>
                  <a:pt x="3286119" y="6530680"/>
                  <a:pt x="3288016" y="6531391"/>
                  <a:pt x="3290116" y="6532001"/>
                </a:cubicBezTo>
                <a:cubicBezTo>
                  <a:pt x="3292215" y="6532610"/>
                  <a:pt x="3294298" y="6533068"/>
                  <a:pt x="3296364" y="6533373"/>
                </a:cubicBezTo>
                <a:cubicBezTo>
                  <a:pt x="3298430" y="6533677"/>
                  <a:pt x="3300174" y="6533829"/>
                  <a:pt x="3301596" y="6533829"/>
                </a:cubicBezTo>
                <a:cubicBezTo>
                  <a:pt x="3309318" y="6533829"/>
                  <a:pt x="3316362" y="6531645"/>
                  <a:pt x="3322729" y="6527276"/>
                </a:cubicBezTo>
                <a:cubicBezTo>
                  <a:pt x="3329096" y="6522907"/>
                  <a:pt x="3334176" y="6516558"/>
                  <a:pt x="3337969" y="6508226"/>
                </a:cubicBezTo>
                <a:cubicBezTo>
                  <a:pt x="3341762" y="6499896"/>
                  <a:pt x="3343659" y="6489769"/>
                  <a:pt x="3343659" y="6477848"/>
                </a:cubicBezTo>
                <a:close/>
                <a:moveTo>
                  <a:pt x="2519530" y="6384782"/>
                </a:moveTo>
                <a:lnTo>
                  <a:pt x="2486104" y="6391590"/>
                </a:lnTo>
                <a:lnTo>
                  <a:pt x="2486104" y="6395146"/>
                </a:lnTo>
                <a:lnTo>
                  <a:pt x="2495959" y="6398702"/>
                </a:lnTo>
                <a:cubicBezTo>
                  <a:pt x="2498059" y="6399514"/>
                  <a:pt x="2499566" y="6400479"/>
                  <a:pt x="2500480" y="6401597"/>
                </a:cubicBezTo>
                <a:cubicBezTo>
                  <a:pt x="2501395" y="6402715"/>
                  <a:pt x="2501852" y="6404154"/>
                  <a:pt x="2501852" y="6405915"/>
                </a:cubicBezTo>
                <a:lnTo>
                  <a:pt x="2501852" y="6453972"/>
                </a:lnTo>
                <a:cubicBezTo>
                  <a:pt x="2501852" y="6462303"/>
                  <a:pt x="2503257" y="6469060"/>
                  <a:pt x="2506068" y="6474241"/>
                </a:cubicBezTo>
                <a:cubicBezTo>
                  <a:pt x="2508879" y="6479423"/>
                  <a:pt x="2512689" y="6483216"/>
                  <a:pt x="2517498" y="6485620"/>
                </a:cubicBezTo>
                <a:cubicBezTo>
                  <a:pt x="2522307" y="6488025"/>
                  <a:pt x="2527692" y="6489227"/>
                  <a:pt x="2533652" y="6489227"/>
                </a:cubicBezTo>
                <a:cubicBezTo>
                  <a:pt x="2541577" y="6489227"/>
                  <a:pt x="2547961" y="6487754"/>
                  <a:pt x="2552804" y="6484807"/>
                </a:cubicBezTo>
                <a:cubicBezTo>
                  <a:pt x="2557647" y="6481861"/>
                  <a:pt x="2562100" y="6477509"/>
                  <a:pt x="2566164" y="6471752"/>
                </a:cubicBezTo>
                <a:lnTo>
                  <a:pt x="2566368" y="6471752"/>
                </a:lnTo>
                <a:lnTo>
                  <a:pt x="2566368" y="6489227"/>
                </a:lnTo>
                <a:lnTo>
                  <a:pt x="2568196" y="6489227"/>
                </a:lnTo>
                <a:lnTo>
                  <a:pt x="2599083" y="6481811"/>
                </a:lnTo>
                <a:lnTo>
                  <a:pt x="2599083" y="6478254"/>
                </a:lnTo>
                <a:lnTo>
                  <a:pt x="2589330" y="6475003"/>
                </a:lnTo>
                <a:cubicBezTo>
                  <a:pt x="2587094" y="6474258"/>
                  <a:pt x="2585536" y="6473310"/>
                  <a:pt x="2584656" y="6472158"/>
                </a:cubicBezTo>
                <a:cubicBezTo>
                  <a:pt x="2583775" y="6471007"/>
                  <a:pt x="2583335" y="6469585"/>
                  <a:pt x="2583335" y="6467891"/>
                </a:cubicBezTo>
                <a:lnTo>
                  <a:pt x="2583335" y="6384782"/>
                </a:lnTo>
                <a:lnTo>
                  <a:pt x="2549807" y="6392301"/>
                </a:lnTo>
                <a:lnTo>
                  <a:pt x="2549807" y="6395857"/>
                </a:lnTo>
                <a:lnTo>
                  <a:pt x="2559764" y="6399413"/>
                </a:lnTo>
                <a:cubicBezTo>
                  <a:pt x="2561931" y="6400225"/>
                  <a:pt x="2563455" y="6401072"/>
                  <a:pt x="2564336" y="6401953"/>
                </a:cubicBezTo>
                <a:cubicBezTo>
                  <a:pt x="2565216" y="6402833"/>
                  <a:pt x="2565656" y="6404154"/>
                  <a:pt x="2565656" y="6405915"/>
                </a:cubicBezTo>
                <a:lnTo>
                  <a:pt x="2565656" y="6466570"/>
                </a:lnTo>
                <a:cubicBezTo>
                  <a:pt x="2563692" y="6469212"/>
                  <a:pt x="2560644" y="6471600"/>
                  <a:pt x="2556513" y="6473733"/>
                </a:cubicBezTo>
                <a:cubicBezTo>
                  <a:pt x="2552381" y="6475867"/>
                  <a:pt x="2547301" y="6476934"/>
                  <a:pt x="2541272" y="6476934"/>
                </a:cubicBezTo>
                <a:cubicBezTo>
                  <a:pt x="2534974" y="6476934"/>
                  <a:pt x="2530266" y="6475731"/>
                  <a:pt x="2527150" y="6473327"/>
                </a:cubicBezTo>
                <a:cubicBezTo>
                  <a:pt x="2524034" y="6470922"/>
                  <a:pt x="2521986" y="6467485"/>
                  <a:pt x="2521003" y="6463015"/>
                </a:cubicBezTo>
                <a:cubicBezTo>
                  <a:pt x="2520021" y="6458544"/>
                  <a:pt x="2519530" y="6453261"/>
                  <a:pt x="2519530" y="6447165"/>
                </a:cubicBezTo>
                <a:close/>
                <a:moveTo>
                  <a:pt x="1738480" y="6384782"/>
                </a:moveTo>
                <a:lnTo>
                  <a:pt x="1705054" y="6391590"/>
                </a:lnTo>
                <a:lnTo>
                  <a:pt x="1705054" y="6395146"/>
                </a:lnTo>
                <a:lnTo>
                  <a:pt x="1714909" y="6398702"/>
                </a:lnTo>
                <a:cubicBezTo>
                  <a:pt x="1717009" y="6399514"/>
                  <a:pt x="1718516" y="6400479"/>
                  <a:pt x="1719430" y="6401597"/>
                </a:cubicBezTo>
                <a:cubicBezTo>
                  <a:pt x="1720345" y="6402715"/>
                  <a:pt x="1720802" y="6404154"/>
                  <a:pt x="1720802" y="6405915"/>
                </a:cubicBezTo>
                <a:lnTo>
                  <a:pt x="1720802" y="6453972"/>
                </a:lnTo>
                <a:cubicBezTo>
                  <a:pt x="1720802" y="6462303"/>
                  <a:pt x="1722207" y="6469060"/>
                  <a:pt x="1725018" y="6474241"/>
                </a:cubicBezTo>
                <a:cubicBezTo>
                  <a:pt x="1727829" y="6479423"/>
                  <a:pt x="1731639" y="6483216"/>
                  <a:pt x="1736448" y="6485620"/>
                </a:cubicBezTo>
                <a:cubicBezTo>
                  <a:pt x="1741257" y="6488025"/>
                  <a:pt x="1746642" y="6489227"/>
                  <a:pt x="1752603" y="6489227"/>
                </a:cubicBezTo>
                <a:cubicBezTo>
                  <a:pt x="1760527" y="6489227"/>
                  <a:pt x="1766911" y="6487754"/>
                  <a:pt x="1771754" y="6484807"/>
                </a:cubicBezTo>
                <a:cubicBezTo>
                  <a:pt x="1776597" y="6481861"/>
                  <a:pt x="1781050" y="6477509"/>
                  <a:pt x="1785114" y="6471752"/>
                </a:cubicBezTo>
                <a:lnTo>
                  <a:pt x="1785318" y="6471752"/>
                </a:lnTo>
                <a:lnTo>
                  <a:pt x="1785318" y="6489227"/>
                </a:lnTo>
                <a:lnTo>
                  <a:pt x="1787146" y="6489227"/>
                </a:lnTo>
                <a:lnTo>
                  <a:pt x="1818033" y="6481811"/>
                </a:lnTo>
                <a:lnTo>
                  <a:pt x="1818033" y="6478254"/>
                </a:lnTo>
                <a:lnTo>
                  <a:pt x="1808279" y="6475003"/>
                </a:lnTo>
                <a:cubicBezTo>
                  <a:pt x="1806044" y="6474258"/>
                  <a:pt x="1804486" y="6473310"/>
                  <a:pt x="1803606" y="6472158"/>
                </a:cubicBezTo>
                <a:cubicBezTo>
                  <a:pt x="1802725" y="6471007"/>
                  <a:pt x="1802285" y="6469585"/>
                  <a:pt x="1802285" y="6467891"/>
                </a:cubicBezTo>
                <a:lnTo>
                  <a:pt x="1802285" y="6384782"/>
                </a:lnTo>
                <a:lnTo>
                  <a:pt x="1768757" y="6392301"/>
                </a:lnTo>
                <a:lnTo>
                  <a:pt x="1768757" y="6395857"/>
                </a:lnTo>
                <a:lnTo>
                  <a:pt x="1778714" y="6399413"/>
                </a:lnTo>
                <a:cubicBezTo>
                  <a:pt x="1780881" y="6400225"/>
                  <a:pt x="1782405" y="6401072"/>
                  <a:pt x="1783286" y="6401953"/>
                </a:cubicBezTo>
                <a:cubicBezTo>
                  <a:pt x="1784166" y="6402833"/>
                  <a:pt x="1784607" y="6404154"/>
                  <a:pt x="1784607" y="6405915"/>
                </a:cubicBezTo>
                <a:lnTo>
                  <a:pt x="1784607" y="6466570"/>
                </a:lnTo>
                <a:cubicBezTo>
                  <a:pt x="1782642" y="6469212"/>
                  <a:pt x="1779594" y="6471600"/>
                  <a:pt x="1775463" y="6473733"/>
                </a:cubicBezTo>
                <a:cubicBezTo>
                  <a:pt x="1771331" y="6475867"/>
                  <a:pt x="1766251" y="6476934"/>
                  <a:pt x="1760223" y="6476934"/>
                </a:cubicBezTo>
                <a:cubicBezTo>
                  <a:pt x="1753923" y="6476934"/>
                  <a:pt x="1749216" y="6475731"/>
                  <a:pt x="1746100" y="6473327"/>
                </a:cubicBezTo>
                <a:cubicBezTo>
                  <a:pt x="1742984" y="6470922"/>
                  <a:pt x="1740936" y="6467485"/>
                  <a:pt x="1739953" y="6463015"/>
                </a:cubicBezTo>
                <a:cubicBezTo>
                  <a:pt x="1738971" y="6458544"/>
                  <a:pt x="1738480" y="6453261"/>
                  <a:pt x="1738480" y="6447165"/>
                </a:cubicBezTo>
                <a:close/>
                <a:moveTo>
                  <a:pt x="824080" y="6384782"/>
                </a:moveTo>
                <a:lnTo>
                  <a:pt x="790655" y="6391590"/>
                </a:lnTo>
                <a:lnTo>
                  <a:pt x="790655" y="6395146"/>
                </a:lnTo>
                <a:lnTo>
                  <a:pt x="800509" y="6398702"/>
                </a:lnTo>
                <a:cubicBezTo>
                  <a:pt x="802609" y="6399514"/>
                  <a:pt x="804116" y="6400479"/>
                  <a:pt x="805030" y="6401597"/>
                </a:cubicBezTo>
                <a:cubicBezTo>
                  <a:pt x="805945" y="6402715"/>
                  <a:pt x="806402" y="6404154"/>
                  <a:pt x="806402" y="6405915"/>
                </a:cubicBezTo>
                <a:lnTo>
                  <a:pt x="806402" y="6453972"/>
                </a:lnTo>
                <a:cubicBezTo>
                  <a:pt x="806402" y="6462303"/>
                  <a:pt x="807807" y="6469060"/>
                  <a:pt x="810618" y="6474241"/>
                </a:cubicBezTo>
                <a:cubicBezTo>
                  <a:pt x="813429" y="6479423"/>
                  <a:pt x="817239" y="6483216"/>
                  <a:pt x="822048" y="6485620"/>
                </a:cubicBezTo>
                <a:cubicBezTo>
                  <a:pt x="826857" y="6488025"/>
                  <a:pt x="832242" y="6489227"/>
                  <a:pt x="838203" y="6489227"/>
                </a:cubicBezTo>
                <a:cubicBezTo>
                  <a:pt x="846128" y="6489227"/>
                  <a:pt x="852511" y="6487754"/>
                  <a:pt x="857354" y="6484807"/>
                </a:cubicBezTo>
                <a:cubicBezTo>
                  <a:pt x="862197" y="6481861"/>
                  <a:pt x="866651" y="6477509"/>
                  <a:pt x="870715" y="6471752"/>
                </a:cubicBezTo>
                <a:lnTo>
                  <a:pt x="870919" y="6471752"/>
                </a:lnTo>
                <a:lnTo>
                  <a:pt x="870919" y="6489227"/>
                </a:lnTo>
                <a:lnTo>
                  <a:pt x="872747" y="6489227"/>
                </a:lnTo>
                <a:lnTo>
                  <a:pt x="903633" y="6481811"/>
                </a:lnTo>
                <a:lnTo>
                  <a:pt x="903633" y="6478254"/>
                </a:lnTo>
                <a:lnTo>
                  <a:pt x="893880" y="6475003"/>
                </a:lnTo>
                <a:cubicBezTo>
                  <a:pt x="891644" y="6474258"/>
                  <a:pt x="890087" y="6473310"/>
                  <a:pt x="889206" y="6472158"/>
                </a:cubicBezTo>
                <a:cubicBezTo>
                  <a:pt x="888326" y="6471007"/>
                  <a:pt x="887886" y="6469585"/>
                  <a:pt x="887886" y="6467891"/>
                </a:cubicBezTo>
                <a:lnTo>
                  <a:pt x="887886" y="6384782"/>
                </a:lnTo>
                <a:lnTo>
                  <a:pt x="854357" y="6392301"/>
                </a:lnTo>
                <a:lnTo>
                  <a:pt x="854357" y="6395857"/>
                </a:lnTo>
                <a:lnTo>
                  <a:pt x="864314" y="6399413"/>
                </a:lnTo>
                <a:cubicBezTo>
                  <a:pt x="866481" y="6400225"/>
                  <a:pt x="868005" y="6401072"/>
                  <a:pt x="868886" y="6401953"/>
                </a:cubicBezTo>
                <a:cubicBezTo>
                  <a:pt x="869767" y="6402833"/>
                  <a:pt x="870207" y="6404154"/>
                  <a:pt x="870207" y="6405915"/>
                </a:cubicBezTo>
                <a:lnTo>
                  <a:pt x="870207" y="6466570"/>
                </a:lnTo>
                <a:cubicBezTo>
                  <a:pt x="868243" y="6469212"/>
                  <a:pt x="865195" y="6471600"/>
                  <a:pt x="861063" y="6473733"/>
                </a:cubicBezTo>
                <a:cubicBezTo>
                  <a:pt x="856931" y="6475867"/>
                  <a:pt x="851851" y="6476934"/>
                  <a:pt x="845823" y="6476934"/>
                </a:cubicBezTo>
                <a:cubicBezTo>
                  <a:pt x="839524" y="6476934"/>
                  <a:pt x="834816" y="6475731"/>
                  <a:pt x="831700" y="6473327"/>
                </a:cubicBezTo>
                <a:cubicBezTo>
                  <a:pt x="828585" y="6470922"/>
                  <a:pt x="826536" y="6467485"/>
                  <a:pt x="825554" y="6463015"/>
                </a:cubicBezTo>
                <a:cubicBezTo>
                  <a:pt x="824571" y="6458544"/>
                  <a:pt x="824080" y="6453261"/>
                  <a:pt x="824080" y="6447165"/>
                </a:cubicBezTo>
                <a:close/>
                <a:moveTo>
                  <a:pt x="4583814" y="6383969"/>
                </a:moveTo>
                <a:cubicBezTo>
                  <a:pt x="4580020" y="6383969"/>
                  <a:pt x="4576295" y="6384410"/>
                  <a:pt x="4572638" y="6385290"/>
                </a:cubicBezTo>
                <a:cubicBezTo>
                  <a:pt x="4568980" y="6386171"/>
                  <a:pt x="4565390" y="6387865"/>
                  <a:pt x="4561868" y="6390370"/>
                </a:cubicBezTo>
                <a:cubicBezTo>
                  <a:pt x="4558346" y="6392876"/>
                  <a:pt x="4554790" y="6396568"/>
                  <a:pt x="4551200" y="6401445"/>
                </a:cubicBezTo>
                <a:lnTo>
                  <a:pt x="4550997" y="6401445"/>
                </a:lnTo>
                <a:lnTo>
                  <a:pt x="4550997" y="6384782"/>
                </a:lnTo>
                <a:lnTo>
                  <a:pt x="4518383" y="6391590"/>
                </a:lnTo>
                <a:lnTo>
                  <a:pt x="4518383" y="6395146"/>
                </a:lnTo>
                <a:lnTo>
                  <a:pt x="4528137" y="6398702"/>
                </a:lnTo>
                <a:cubicBezTo>
                  <a:pt x="4530236" y="6399514"/>
                  <a:pt x="4531760" y="6400479"/>
                  <a:pt x="4532709" y="6401597"/>
                </a:cubicBezTo>
                <a:cubicBezTo>
                  <a:pt x="4533657" y="6402715"/>
                  <a:pt x="4534131" y="6404154"/>
                  <a:pt x="4534131" y="6405915"/>
                </a:cubicBezTo>
                <a:lnTo>
                  <a:pt x="4534131" y="6473683"/>
                </a:lnTo>
                <a:cubicBezTo>
                  <a:pt x="4534131" y="6475173"/>
                  <a:pt x="4533708" y="6476409"/>
                  <a:pt x="4532861" y="6477391"/>
                </a:cubicBezTo>
                <a:cubicBezTo>
                  <a:pt x="4532014" y="6478373"/>
                  <a:pt x="4530948" y="6479033"/>
                  <a:pt x="4529661" y="6479372"/>
                </a:cubicBezTo>
                <a:lnTo>
                  <a:pt x="4518282" y="6482115"/>
                </a:lnTo>
                <a:lnTo>
                  <a:pt x="4518282" y="6487195"/>
                </a:lnTo>
                <a:lnTo>
                  <a:pt x="4565932" y="6487195"/>
                </a:lnTo>
                <a:lnTo>
                  <a:pt x="4565932" y="6482115"/>
                </a:lnTo>
                <a:lnTo>
                  <a:pt x="4556178" y="6479372"/>
                </a:lnTo>
                <a:cubicBezTo>
                  <a:pt x="4554892" y="6479033"/>
                  <a:pt x="4553824" y="6478390"/>
                  <a:pt x="4552978" y="6477442"/>
                </a:cubicBezTo>
                <a:cubicBezTo>
                  <a:pt x="4552131" y="6476493"/>
                  <a:pt x="4551708" y="6475240"/>
                  <a:pt x="4551708" y="6473683"/>
                </a:cubicBezTo>
                <a:lnTo>
                  <a:pt x="4551708" y="6406728"/>
                </a:lnTo>
                <a:cubicBezTo>
                  <a:pt x="4554756" y="6402867"/>
                  <a:pt x="4558566" y="6400124"/>
                  <a:pt x="4563138" y="6398498"/>
                </a:cubicBezTo>
                <a:cubicBezTo>
                  <a:pt x="4567710" y="6396873"/>
                  <a:pt x="4572062" y="6396060"/>
                  <a:pt x="4576194" y="6396060"/>
                </a:cubicBezTo>
                <a:cubicBezTo>
                  <a:pt x="4582492" y="6396060"/>
                  <a:pt x="4587217" y="6397296"/>
                  <a:pt x="4590367" y="6399768"/>
                </a:cubicBezTo>
                <a:cubicBezTo>
                  <a:pt x="4593516" y="6402240"/>
                  <a:pt x="4595633" y="6405712"/>
                  <a:pt x="4596717" y="6410182"/>
                </a:cubicBezTo>
                <a:cubicBezTo>
                  <a:pt x="4597800" y="6414653"/>
                  <a:pt x="4598342" y="6419970"/>
                  <a:pt x="4598342" y="6426134"/>
                </a:cubicBezTo>
                <a:lnTo>
                  <a:pt x="4598342" y="6473276"/>
                </a:lnTo>
                <a:cubicBezTo>
                  <a:pt x="4598342" y="6474969"/>
                  <a:pt x="4597936" y="6476307"/>
                  <a:pt x="4597123" y="6477289"/>
                </a:cubicBezTo>
                <a:cubicBezTo>
                  <a:pt x="4596310" y="6478271"/>
                  <a:pt x="4595260" y="6478965"/>
                  <a:pt x="4593974" y="6479372"/>
                </a:cubicBezTo>
                <a:lnTo>
                  <a:pt x="4582900" y="6482115"/>
                </a:lnTo>
                <a:lnTo>
                  <a:pt x="4582900" y="6487195"/>
                </a:lnTo>
                <a:lnTo>
                  <a:pt x="4630448" y="6487195"/>
                </a:lnTo>
                <a:lnTo>
                  <a:pt x="4630448" y="6482115"/>
                </a:lnTo>
                <a:lnTo>
                  <a:pt x="4620390" y="6479372"/>
                </a:lnTo>
                <a:cubicBezTo>
                  <a:pt x="4619238" y="6479033"/>
                  <a:pt x="4618206" y="6478356"/>
                  <a:pt x="4617291" y="6477340"/>
                </a:cubicBezTo>
                <a:cubicBezTo>
                  <a:pt x="4616376" y="6476324"/>
                  <a:pt x="4615919" y="6474969"/>
                  <a:pt x="4615919" y="6473276"/>
                </a:cubicBezTo>
                <a:lnTo>
                  <a:pt x="4615919" y="6419327"/>
                </a:lnTo>
                <a:cubicBezTo>
                  <a:pt x="4615919" y="6410995"/>
                  <a:pt x="4614497" y="6404222"/>
                  <a:pt x="4611652" y="6399006"/>
                </a:cubicBezTo>
                <a:cubicBezTo>
                  <a:pt x="4608808" y="6393791"/>
                  <a:pt x="4604946" y="6389981"/>
                  <a:pt x="4600070" y="6387576"/>
                </a:cubicBezTo>
                <a:cubicBezTo>
                  <a:pt x="4595192" y="6385172"/>
                  <a:pt x="4589774" y="6383969"/>
                  <a:pt x="4583814" y="6383969"/>
                </a:cubicBezTo>
                <a:close/>
                <a:moveTo>
                  <a:pt x="4470885" y="6383969"/>
                </a:moveTo>
                <a:cubicBezTo>
                  <a:pt x="4461199" y="6383969"/>
                  <a:pt x="4452851" y="6386459"/>
                  <a:pt x="4445841" y="6391437"/>
                </a:cubicBezTo>
                <a:cubicBezTo>
                  <a:pt x="4438830" y="6396416"/>
                  <a:pt x="4433446" y="6402952"/>
                  <a:pt x="4429686" y="6411046"/>
                </a:cubicBezTo>
                <a:cubicBezTo>
                  <a:pt x="4425927" y="6419140"/>
                  <a:pt x="4424048" y="6427928"/>
                  <a:pt x="4424048" y="6437411"/>
                </a:cubicBezTo>
                <a:cubicBezTo>
                  <a:pt x="4424048" y="6448655"/>
                  <a:pt x="4425995" y="6458171"/>
                  <a:pt x="4429890" y="6465961"/>
                </a:cubicBezTo>
                <a:cubicBezTo>
                  <a:pt x="4433784" y="6473750"/>
                  <a:pt x="4439186" y="6479660"/>
                  <a:pt x="4446095" y="6483690"/>
                </a:cubicBezTo>
                <a:cubicBezTo>
                  <a:pt x="4453004" y="6487720"/>
                  <a:pt x="4460962" y="6489735"/>
                  <a:pt x="4469971" y="6489735"/>
                </a:cubicBezTo>
                <a:cubicBezTo>
                  <a:pt x="4478234" y="6489735"/>
                  <a:pt x="4485854" y="6487957"/>
                  <a:pt x="4492831" y="6484401"/>
                </a:cubicBezTo>
                <a:cubicBezTo>
                  <a:pt x="4499807" y="6480846"/>
                  <a:pt x="4505395" y="6477069"/>
                  <a:pt x="4509595" y="6473073"/>
                </a:cubicBezTo>
                <a:lnTo>
                  <a:pt x="4509595" y="6465046"/>
                </a:lnTo>
                <a:lnTo>
                  <a:pt x="4508172" y="6465046"/>
                </a:lnTo>
                <a:cubicBezTo>
                  <a:pt x="4506344" y="6466605"/>
                  <a:pt x="4503922" y="6468349"/>
                  <a:pt x="4500908" y="6470279"/>
                </a:cubicBezTo>
                <a:cubicBezTo>
                  <a:pt x="4497894" y="6472209"/>
                  <a:pt x="4494372" y="6473869"/>
                  <a:pt x="4490342" y="6475257"/>
                </a:cubicBezTo>
                <a:cubicBezTo>
                  <a:pt x="4486311" y="6476646"/>
                  <a:pt x="4481756" y="6477340"/>
                  <a:pt x="4476676" y="6477340"/>
                </a:cubicBezTo>
                <a:cubicBezTo>
                  <a:pt x="4467938" y="6477340"/>
                  <a:pt x="4461080" y="6475173"/>
                  <a:pt x="4456102" y="6470837"/>
                </a:cubicBezTo>
                <a:cubicBezTo>
                  <a:pt x="4451124" y="6466503"/>
                  <a:pt x="4447618" y="6460915"/>
                  <a:pt x="4445587" y="6454074"/>
                </a:cubicBezTo>
                <a:cubicBezTo>
                  <a:pt x="4443554" y="6447232"/>
                  <a:pt x="4442539" y="6440019"/>
                  <a:pt x="4442539" y="6432433"/>
                </a:cubicBezTo>
                <a:lnTo>
                  <a:pt x="4442625" y="6431518"/>
                </a:lnTo>
                <a:lnTo>
                  <a:pt x="4509087" y="6431518"/>
                </a:lnTo>
                <a:cubicBezTo>
                  <a:pt x="4509290" y="6430774"/>
                  <a:pt x="4509442" y="6429927"/>
                  <a:pt x="4509544" y="6428978"/>
                </a:cubicBezTo>
                <a:cubicBezTo>
                  <a:pt x="4509646" y="6428030"/>
                  <a:pt x="4509713" y="6427065"/>
                  <a:pt x="4509747" y="6426083"/>
                </a:cubicBezTo>
                <a:cubicBezTo>
                  <a:pt x="4509781" y="6425101"/>
                  <a:pt x="4509798" y="6424203"/>
                  <a:pt x="4509798" y="6423390"/>
                </a:cubicBezTo>
                <a:cubicBezTo>
                  <a:pt x="4509798" y="6416752"/>
                  <a:pt x="4508291" y="6410436"/>
                  <a:pt x="4505277" y="6404442"/>
                </a:cubicBezTo>
                <a:cubicBezTo>
                  <a:pt x="4502263" y="6398448"/>
                  <a:pt x="4497860" y="6393537"/>
                  <a:pt x="4492069" y="6389710"/>
                </a:cubicBezTo>
                <a:cubicBezTo>
                  <a:pt x="4486278" y="6385883"/>
                  <a:pt x="4479216" y="6383969"/>
                  <a:pt x="4470885" y="6383969"/>
                </a:cubicBezTo>
                <a:close/>
                <a:moveTo>
                  <a:pt x="3958364" y="6383969"/>
                </a:moveTo>
                <a:cubicBezTo>
                  <a:pt x="3948272" y="6383969"/>
                  <a:pt x="3939602" y="6386340"/>
                  <a:pt x="3932354" y="6391082"/>
                </a:cubicBezTo>
                <a:cubicBezTo>
                  <a:pt x="3925107" y="6395823"/>
                  <a:pt x="3919536" y="6402207"/>
                  <a:pt x="3915641" y="6410233"/>
                </a:cubicBezTo>
                <a:cubicBezTo>
                  <a:pt x="3911746" y="6418260"/>
                  <a:pt x="3909799" y="6427251"/>
                  <a:pt x="3909799" y="6437208"/>
                </a:cubicBezTo>
                <a:cubicBezTo>
                  <a:pt x="3909799" y="6447842"/>
                  <a:pt x="3911746" y="6457121"/>
                  <a:pt x="3915641" y="6465046"/>
                </a:cubicBezTo>
                <a:cubicBezTo>
                  <a:pt x="3919536" y="6472971"/>
                  <a:pt x="3925039" y="6479101"/>
                  <a:pt x="3932151" y="6483436"/>
                </a:cubicBezTo>
                <a:cubicBezTo>
                  <a:pt x="3939263" y="6487771"/>
                  <a:pt x="3947662" y="6489939"/>
                  <a:pt x="3957348" y="6489939"/>
                </a:cubicBezTo>
                <a:cubicBezTo>
                  <a:pt x="3967508" y="6489939"/>
                  <a:pt x="3976212" y="6487551"/>
                  <a:pt x="3983459" y="6482776"/>
                </a:cubicBezTo>
                <a:cubicBezTo>
                  <a:pt x="3990707" y="6478000"/>
                  <a:pt x="3996261" y="6471583"/>
                  <a:pt x="4000122" y="6463522"/>
                </a:cubicBezTo>
                <a:cubicBezTo>
                  <a:pt x="4003982" y="6455462"/>
                  <a:pt x="4005913" y="6446555"/>
                  <a:pt x="4005913" y="6436802"/>
                </a:cubicBezTo>
                <a:cubicBezTo>
                  <a:pt x="4005913" y="6427590"/>
                  <a:pt x="4004202" y="6418971"/>
                  <a:pt x="4000782" y="6410945"/>
                </a:cubicBezTo>
                <a:cubicBezTo>
                  <a:pt x="3997362" y="6402918"/>
                  <a:pt x="3992146" y="6396416"/>
                  <a:pt x="3985136" y="6391437"/>
                </a:cubicBezTo>
                <a:cubicBezTo>
                  <a:pt x="3978125" y="6386459"/>
                  <a:pt x="3969201" y="6383969"/>
                  <a:pt x="3958364" y="6383969"/>
                </a:cubicBezTo>
                <a:close/>
                <a:moveTo>
                  <a:pt x="3536064" y="6383969"/>
                </a:moveTo>
                <a:cubicBezTo>
                  <a:pt x="3532271" y="6383969"/>
                  <a:pt x="3528545" y="6384410"/>
                  <a:pt x="3524888" y="6385290"/>
                </a:cubicBezTo>
                <a:cubicBezTo>
                  <a:pt x="3521230" y="6386171"/>
                  <a:pt x="3517640" y="6387865"/>
                  <a:pt x="3514118" y="6390370"/>
                </a:cubicBezTo>
                <a:cubicBezTo>
                  <a:pt x="3510596" y="6392876"/>
                  <a:pt x="3507040" y="6396568"/>
                  <a:pt x="3503450" y="6401445"/>
                </a:cubicBezTo>
                <a:lnTo>
                  <a:pt x="3503247" y="6401445"/>
                </a:lnTo>
                <a:lnTo>
                  <a:pt x="3503247" y="6384782"/>
                </a:lnTo>
                <a:lnTo>
                  <a:pt x="3470633" y="6391590"/>
                </a:lnTo>
                <a:lnTo>
                  <a:pt x="3470633" y="6395146"/>
                </a:lnTo>
                <a:lnTo>
                  <a:pt x="3480387" y="6398702"/>
                </a:lnTo>
                <a:cubicBezTo>
                  <a:pt x="3482486" y="6399514"/>
                  <a:pt x="3484010" y="6400479"/>
                  <a:pt x="3484959" y="6401597"/>
                </a:cubicBezTo>
                <a:cubicBezTo>
                  <a:pt x="3485907" y="6402715"/>
                  <a:pt x="3486381" y="6404154"/>
                  <a:pt x="3486381" y="6405915"/>
                </a:cubicBezTo>
                <a:lnTo>
                  <a:pt x="3486381" y="6473683"/>
                </a:lnTo>
                <a:cubicBezTo>
                  <a:pt x="3486381" y="6475173"/>
                  <a:pt x="3485958" y="6476409"/>
                  <a:pt x="3485111" y="6477391"/>
                </a:cubicBezTo>
                <a:cubicBezTo>
                  <a:pt x="3484264" y="6478373"/>
                  <a:pt x="3483198" y="6479033"/>
                  <a:pt x="3481911" y="6479372"/>
                </a:cubicBezTo>
                <a:lnTo>
                  <a:pt x="3470532" y="6482115"/>
                </a:lnTo>
                <a:lnTo>
                  <a:pt x="3470532" y="6487195"/>
                </a:lnTo>
                <a:lnTo>
                  <a:pt x="3518182" y="6487195"/>
                </a:lnTo>
                <a:lnTo>
                  <a:pt x="3518182" y="6482115"/>
                </a:lnTo>
                <a:lnTo>
                  <a:pt x="3508428" y="6479372"/>
                </a:lnTo>
                <a:cubicBezTo>
                  <a:pt x="3507142" y="6479033"/>
                  <a:pt x="3506074" y="6478390"/>
                  <a:pt x="3505228" y="6477442"/>
                </a:cubicBezTo>
                <a:cubicBezTo>
                  <a:pt x="3504382" y="6476493"/>
                  <a:pt x="3503958" y="6475240"/>
                  <a:pt x="3503958" y="6473683"/>
                </a:cubicBezTo>
                <a:lnTo>
                  <a:pt x="3503958" y="6406728"/>
                </a:lnTo>
                <a:cubicBezTo>
                  <a:pt x="3507006" y="6402867"/>
                  <a:pt x="3510816" y="6400124"/>
                  <a:pt x="3515388" y="6398498"/>
                </a:cubicBezTo>
                <a:cubicBezTo>
                  <a:pt x="3519960" y="6396873"/>
                  <a:pt x="3524312" y="6396060"/>
                  <a:pt x="3528444" y="6396060"/>
                </a:cubicBezTo>
                <a:cubicBezTo>
                  <a:pt x="3534743" y="6396060"/>
                  <a:pt x="3539467" y="6397296"/>
                  <a:pt x="3542617" y="6399768"/>
                </a:cubicBezTo>
                <a:cubicBezTo>
                  <a:pt x="3545766" y="6402240"/>
                  <a:pt x="3547883" y="6405712"/>
                  <a:pt x="3548967" y="6410182"/>
                </a:cubicBezTo>
                <a:cubicBezTo>
                  <a:pt x="3550050" y="6414653"/>
                  <a:pt x="3550592" y="6419970"/>
                  <a:pt x="3550592" y="6426134"/>
                </a:cubicBezTo>
                <a:lnTo>
                  <a:pt x="3550592" y="6473276"/>
                </a:lnTo>
                <a:cubicBezTo>
                  <a:pt x="3550592" y="6474969"/>
                  <a:pt x="3550186" y="6476307"/>
                  <a:pt x="3549373" y="6477289"/>
                </a:cubicBezTo>
                <a:cubicBezTo>
                  <a:pt x="3548560" y="6478271"/>
                  <a:pt x="3547510" y="6478965"/>
                  <a:pt x="3546224" y="6479372"/>
                </a:cubicBezTo>
                <a:lnTo>
                  <a:pt x="3535149" y="6482115"/>
                </a:lnTo>
                <a:lnTo>
                  <a:pt x="3535149" y="6487195"/>
                </a:lnTo>
                <a:lnTo>
                  <a:pt x="3582698" y="6487195"/>
                </a:lnTo>
                <a:lnTo>
                  <a:pt x="3582698" y="6482115"/>
                </a:lnTo>
                <a:lnTo>
                  <a:pt x="3572640" y="6479372"/>
                </a:lnTo>
                <a:cubicBezTo>
                  <a:pt x="3571488" y="6479033"/>
                  <a:pt x="3570455" y="6478356"/>
                  <a:pt x="3569541" y="6477340"/>
                </a:cubicBezTo>
                <a:cubicBezTo>
                  <a:pt x="3568626" y="6476324"/>
                  <a:pt x="3568169" y="6474969"/>
                  <a:pt x="3568169" y="6473276"/>
                </a:cubicBezTo>
                <a:lnTo>
                  <a:pt x="3568169" y="6419327"/>
                </a:lnTo>
                <a:cubicBezTo>
                  <a:pt x="3568169" y="6410995"/>
                  <a:pt x="3566747" y="6404222"/>
                  <a:pt x="3563902" y="6399006"/>
                </a:cubicBezTo>
                <a:cubicBezTo>
                  <a:pt x="3561057" y="6393791"/>
                  <a:pt x="3557196" y="6389981"/>
                  <a:pt x="3552320" y="6387576"/>
                </a:cubicBezTo>
                <a:cubicBezTo>
                  <a:pt x="3547443" y="6385172"/>
                  <a:pt x="3542024" y="6383969"/>
                  <a:pt x="3536064" y="6383969"/>
                </a:cubicBezTo>
                <a:close/>
                <a:moveTo>
                  <a:pt x="3408632" y="6383969"/>
                </a:moveTo>
                <a:cubicBezTo>
                  <a:pt x="3403755" y="6383969"/>
                  <a:pt x="3399217" y="6384427"/>
                  <a:pt x="3395018" y="6385341"/>
                </a:cubicBezTo>
                <a:cubicBezTo>
                  <a:pt x="3390818" y="6386255"/>
                  <a:pt x="3386974" y="6387407"/>
                  <a:pt x="3383486" y="6388796"/>
                </a:cubicBezTo>
                <a:cubicBezTo>
                  <a:pt x="3379998" y="6390184"/>
                  <a:pt x="3376831" y="6391624"/>
                  <a:pt x="3373986" y="6393114"/>
                </a:cubicBezTo>
                <a:lnTo>
                  <a:pt x="3376729" y="6409878"/>
                </a:lnTo>
                <a:lnTo>
                  <a:pt x="3379270" y="6409878"/>
                </a:lnTo>
                <a:cubicBezTo>
                  <a:pt x="3381030" y="6408523"/>
                  <a:pt x="3383113" y="6406982"/>
                  <a:pt x="3385518" y="6405255"/>
                </a:cubicBezTo>
                <a:cubicBezTo>
                  <a:pt x="3387922" y="6403528"/>
                  <a:pt x="3390547" y="6401800"/>
                  <a:pt x="3393392" y="6400073"/>
                </a:cubicBezTo>
                <a:cubicBezTo>
                  <a:pt x="3396236" y="6398346"/>
                  <a:pt x="3399268" y="6396941"/>
                  <a:pt x="3402485" y="6395857"/>
                </a:cubicBezTo>
                <a:cubicBezTo>
                  <a:pt x="3405702" y="6394773"/>
                  <a:pt x="3408970" y="6394231"/>
                  <a:pt x="3412289" y="6394231"/>
                </a:cubicBezTo>
                <a:cubicBezTo>
                  <a:pt x="3417573" y="6394231"/>
                  <a:pt x="3421518" y="6395416"/>
                  <a:pt x="3424126" y="6397787"/>
                </a:cubicBezTo>
                <a:cubicBezTo>
                  <a:pt x="3426734" y="6400158"/>
                  <a:pt x="3428004" y="6404730"/>
                  <a:pt x="3427936" y="6411503"/>
                </a:cubicBezTo>
                <a:lnTo>
                  <a:pt x="3427834" y="6429182"/>
                </a:lnTo>
                <a:cubicBezTo>
                  <a:pt x="3426954" y="6429182"/>
                  <a:pt x="3425616" y="6429097"/>
                  <a:pt x="3423821" y="6428928"/>
                </a:cubicBezTo>
                <a:cubicBezTo>
                  <a:pt x="3422026" y="6428759"/>
                  <a:pt x="3420231" y="6428606"/>
                  <a:pt x="3418436" y="6428470"/>
                </a:cubicBezTo>
                <a:cubicBezTo>
                  <a:pt x="3416642" y="6428335"/>
                  <a:pt x="3415338" y="6428267"/>
                  <a:pt x="3414525" y="6428267"/>
                </a:cubicBezTo>
                <a:cubicBezTo>
                  <a:pt x="3409986" y="6428267"/>
                  <a:pt x="3405025" y="6428860"/>
                  <a:pt x="3399640" y="6430045"/>
                </a:cubicBezTo>
                <a:cubicBezTo>
                  <a:pt x="3394256" y="6431231"/>
                  <a:pt x="3389108" y="6433144"/>
                  <a:pt x="3384197" y="6435785"/>
                </a:cubicBezTo>
                <a:cubicBezTo>
                  <a:pt x="3379286" y="6438427"/>
                  <a:pt x="3375256" y="6441915"/>
                  <a:pt x="3372106" y="6446251"/>
                </a:cubicBezTo>
                <a:cubicBezTo>
                  <a:pt x="3368957" y="6450585"/>
                  <a:pt x="3367382" y="6455937"/>
                  <a:pt x="3367382" y="6462303"/>
                </a:cubicBezTo>
                <a:cubicBezTo>
                  <a:pt x="3367382" y="6467045"/>
                  <a:pt x="3368483" y="6471481"/>
                  <a:pt x="3370684" y="6475613"/>
                </a:cubicBezTo>
                <a:cubicBezTo>
                  <a:pt x="3372886" y="6479744"/>
                  <a:pt x="3376001" y="6483047"/>
                  <a:pt x="3380032" y="6485519"/>
                </a:cubicBezTo>
                <a:cubicBezTo>
                  <a:pt x="3384062" y="6487991"/>
                  <a:pt x="3388752" y="6489227"/>
                  <a:pt x="3394103" y="6489227"/>
                </a:cubicBezTo>
                <a:cubicBezTo>
                  <a:pt x="3397354" y="6489227"/>
                  <a:pt x="3400944" y="6488838"/>
                  <a:pt x="3404873" y="6488059"/>
                </a:cubicBezTo>
                <a:cubicBezTo>
                  <a:pt x="3408801" y="6487280"/>
                  <a:pt x="3412780" y="6485671"/>
                  <a:pt x="3416810" y="6483233"/>
                </a:cubicBezTo>
                <a:cubicBezTo>
                  <a:pt x="3420841" y="6480794"/>
                  <a:pt x="3424448" y="6477171"/>
                  <a:pt x="3427631" y="6472362"/>
                </a:cubicBezTo>
                <a:lnTo>
                  <a:pt x="3427936" y="6472362"/>
                </a:lnTo>
                <a:cubicBezTo>
                  <a:pt x="3427936" y="6478729"/>
                  <a:pt x="3429290" y="6483131"/>
                  <a:pt x="3432000" y="6485570"/>
                </a:cubicBezTo>
                <a:cubicBezTo>
                  <a:pt x="3434709" y="6488008"/>
                  <a:pt x="3438739" y="6489227"/>
                  <a:pt x="3444090" y="6489227"/>
                </a:cubicBezTo>
                <a:cubicBezTo>
                  <a:pt x="3446461" y="6489227"/>
                  <a:pt x="3448950" y="6488736"/>
                  <a:pt x="3451558" y="6487754"/>
                </a:cubicBezTo>
                <a:cubicBezTo>
                  <a:pt x="3454166" y="6486772"/>
                  <a:pt x="3456604" y="6485587"/>
                  <a:pt x="3458873" y="6484198"/>
                </a:cubicBezTo>
                <a:cubicBezTo>
                  <a:pt x="3461142" y="6482809"/>
                  <a:pt x="3462886" y="6481641"/>
                  <a:pt x="3464105" y="6480693"/>
                </a:cubicBezTo>
                <a:lnTo>
                  <a:pt x="3464105" y="6475206"/>
                </a:lnTo>
                <a:lnTo>
                  <a:pt x="3462988" y="6475206"/>
                </a:lnTo>
                <a:cubicBezTo>
                  <a:pt x="3461633" y="6475681"/>
                  <a:pt x="3459923" y="6476155"/>
                  <a:pt x="3457857" y="6476629"/>
                </a:cubicBezTo>
                <a:cubicBezTo>
                  <a:pt x="3455791" y="6477103"/>
                  <a:pt x="3454386" y="6477340"/>
                  <a:pt x="3453640" y="6477340"/>
                </a:cubicBezTo>
                <a:cubicBezTo>
                  <a:pt x="3450864" y="6477340"/>
                  <a:pt x="3448730" y="6476714"/>
                  <a:pt x="3447240" y="6475460"/>
                </a:cubicBezTo>
                <a:cubicBezTo>
                  <a:pt x="3445750" y="6474208"/>
                  <a:pt x="3445004" y="6472565"/>
                  <a:pt x="3445004" y="6470533"/>
                </a:cubicBezTo>
                <a:lnTo>
                  <a:pt x="3445512" y="6416685"/>
                </a:lnTo>
                <a:cubicBezTo>
                  <a:pt x="3445648" y="6408489"/>
                  <a:pt x="3443819" y="6402004"/>
                  <a:pt x="3440026" y="6397229"/>
                </a:cubicBezTo>
                <a:cubicBezTo>
                  <a:pt x="3436233" y="6392453"/>
                  <a:pt x="3431492" y="6389049"/>
                  <a:pt x="3425802" y="6387018"/>
                </a:cubicBezTo>
                <a:cubicBezTo>
                  <a:pt x="3420113" y="6384986"/>
                  <a:pt x="3414389" y="6383969"/>
                  <a:pt x="3408632" y="6383969"/>
                </a:cubicBezTo>
                <a:close/>
                <a:moveTo>
                  <a:pt x="3250314" y="6383969"/>
                </a:moveTo>
                <a:cubicBezTo>
                  <a:pt x="3246521" y="6383969"/>
                  <a:pt x="3242795" y="6384410"/>
                  <a:pt x="3239138" y="6385290"/>
                </a:cubicBezTo>
                <a:cubicBezTo>
                  <a:pt x="3235480" y="6386171"/>
                  <a:pt x="3231890" y="6387865"/>
                  <a:pt x="3228368" y="6390370"/>
                </a:cubicBezTo>
                <a:cubicBezTo>
                  <a:pt x="3224846" y="6392876"/>
                  <a:pt x="3221290" y="6396568"/>
                  <a:pt x="3217700" y="6401445"/>
                </a:cubicBezTo>
                <a:lnTo>
                  <a:pt x="3217497" y="6401445"/>
                </a:lnTo>
                <a:lnTo>
                  <a:pt x="3217497" y="6384782"/>
                </a:lnTo>
                <a:lnTo>
                  <a:pt x="3184883" y="6391590"/>
                </a:lnTo>
                <a:lnTo>
                  <a:pt x="3184883" y="6395146"/>
                </a:lnTo>
                <a:lnTo>
                  <a:pt x="3194637" y="6398702"/>
                </a:lnTo>
                <a:cubicBezTo>
                  <a:pt x="3196736" y="6399514"/>
                  <a:pt x="3198260" y="6400479"/>
                  <a:pt x="3199209" y="6401597"/>
                </a:cubicBezTo>
                <a:cubicBezTo>
                  <a:pt x="3200157" y="6402715"/>
                  <a:pt x="3200631" y="6404154"/>
                  <a:pt x="3200631" y="6405915"/>
                </a:cubicBezTo>
                <a:lnTo>
                  <a:pt x="3200631" y="6473683"/>
                </a:lnTo>
                <a:cubicBezTo>
                  <a:pt x="3200631" y="6475173"/>
                  <a:pt x="3200208" y="6476409"/>
                  <a:pt x="3199361" y="6477391"/>
                </a:cubicBezTo>
                <a:cubicBezTo>
                  <a:pt x="3198514" y="6478373"/>
                  <a:pt x="3197448" y="6479033"/>
                  <a:pt x="3196161" y="6479372"/>
                </a:cubicBezTo>
                <a:lnTo>
                  <a:pt x="3184782" y="6482115"/>
                </a:lnTo>
                <a:lnTo>
                  <a:pt x="3184782" y="6487195"/>
                </a:lnTo>
                <a:lnTo>
                  <a:pt x="3232432" y="6487195"/>
                </a:lnTo>
                <a:lnTo>
                  <a:pt x="3232432" y="6482115"/>
                </a:lnTo>
                <a:lnTo>
                  <a:pt x="3222678" y="6479372"/>
                </a:lnTo>
                <a:cubicBezTo>
                  <a:pt x="3221392" y="6479033"/>
                  <a:pt x="3220324" y="6478390"/>
                  <a:pt x="3219478" y="6477442"/>
                </a:cubicBezTo>
                <a:cubicBezTo>
                  <a:pt x="3218632" y="6476493"/>
                  <a:pt x="3218208" y="6475240"/>
                  <a:pt x="3218208" y="6473683"/>
                </a:cubicBezTo>
                <a:lnTo>
                  <a:pt x="3218208" y="6406728"/>
                </a:lnTo>
                <a:cubicBezTo>
                  <a:pt x="3221256" y="6402867"/>
                  <a:pt x="3225066" y="6400124"/>
                  <a:pt x="3229638" y="6398498"/>
                </a:cubicBezTo>
                <a:cubicBezTo>
                  <a:pt x="3234210" y="6396873"/>
                  <a:pt x="3238562" y="6396060"/>
                  <a:pt x="3242694" y="6396060"/>
                </a:cubicBezTo>
                <a:cubicBezTo>
                  <a:pt x="3248993" y="6396060"/>
                  <a:pt x="3253717" y="6397296"/>
                  <a:pt x="3256867" y="6399768"/>
                </a:cubicBezTo>
                <a:cubicBezTo>
                  <a:pt x="3260016" y="6402240"/>
                  <a:pt x="3262133" y="6405712"/>
                  <a:pt x="3263217" y="6410182"/>
                </a:cubicBezTo>
                <a:cubicBezTo>
                  <a:pt x="3264300" y="6414653"/>
                  <a:pt x="3264842" y="6419970"/>
                  <a:pt x="3264842" y="6426134"/>
                </a:cubicBezTo>
                <a:lnTo>
                  <a:pt x="3264842" y="6473276"/>
                </a:lnTo>
                <a:cubicBezTo>
                  <a:pt x="3264842" y="6474969"/>
                  <a:pt x="3264436" y="6476307"/>
                  <a:pt x="3263623" y="6477289"/>
                </a:cubicBezTo>
                <a:cubicBezTo>
                  <a:pt x="3262810" y="6478271"/>
                  <a:pt x="3261760" y="6478965"/>
                  <a:pt x="3260474" y="6479372"/>
                </a:cubicBezTo>
                <a:lnTo>
                  <a:pt x="3249399" y="6482115"/>
                </a:lnTo>
                <a:lnTo>
                  <a:pt x="3249399" y="6487195"/>
                </a:lnTo>
                <a:lnTo>
                  <a:pt x="3296948" y="6487195"/>
                </a:lnTo>
                <a:lnTo>
                  <a:pt x="3296948" y="6482115"/>
                </a:lnTo>
                <a:lnTo>
                  <a:pt x="3286890" y="6479372"/>
                </a:lnTo>
                <a:cubicBezTo>
                  <a:pt x="3285738" y="6479033"/>
                  <a:pt x="3284705" y="6478356"/>
                  <a:pt x="3283791" y="6477340"/>
                </a:cubicBezTo>
                <a:cubicBezTo>
                  <a:pt x="3282876" y="6476324"/>
                  <a:pt x="3282419" y="6474969"/>
                  <a:pt x="3282419" y="6473276"/>
                </a:cubicBezTo>
                <a:lnTo>
                  <a:pt x="3282419" y="6419327"/>
                </a:lnTo>
                <a:cubicBezTo>
                  <a:pt x="3282419" y="6410995"/>
                  <a:pt x="3280997" y="6404222"/>
                  <a:pt x="3278152" y="6399006"/>
                </a:cubicBezTo>
                <a:cubicBezTo>
                  <a:pt x="3275307" y="6393791"/>
                  <a:pt x="3271446" y="6389981"/>
                  <a:pt x="3266570" y="6387576"/>
                </a:cubicBezTo>
                <a:cubicBezTo>
                  <a:pt x="3261693" y="6385172"/>
                  <a:pt x="3256274" y="6383969"/>
                  <a:pt x="3250314" y="6383969"/>
                </a:cubicBezTo>
                <a:close/>
                <a:moveTo>
                  <a:pt x="3122882" y="6383969"/>
                </a:moveTo>
                <a:cubicBezTo>
                  <a:pt x="3118005" y="6383969"/>
                  <a:pt x="3113467" y="6384427"/>
                  <a:pt x="3109268" y="6385341"/>
                </a:cubicBezTo>
                <a:cubicBezTo>
                  <a:pt x="3105068" y="6386255"/>
                  <a:pt x="3101224" y="6387407"/>
                  <a:pt x="3097736" y="6388796"/>
                </a:cubicBezTo>
                <a:cubicBezTo>
                  <a:pt x="3094248" y="6390184"/>
                  <a:pt x="3091081" y="6391624"/>
                  <a:pt x="3088236" y="6393114"/>
                </a:cubicBezTo>
                <a:lnTo>
                  <a:pt x="3090979" y="6409878"/>
                </a:lnTo>
                <a:lnTo>
                  <a:pt x="3093520" y="6409878"/>
                </a:lnTo>
                <a:cubicBezTo>
                  <a:pt x="3095280" y="6408523"/>
                  <a:pt x="3097363" y="6406982"/>
                  <a:pt x="3099768" y="6405255"/>
                </a:cubicBezTo>
                <a:cubicBezTo>
                  <a:pt x="3102172" y="6403528"/>
                  <a:pt x="3104797" y="6401800"/>
                  <a:pt x="3107642" y="6400073"/>
                </a:cubicBezTo>
                <a:cubicBezTo>
                  <a:pt x="3110486" y="6398346"/>
                  <a:pt x="3113518" y="6396941"/>
                  <a:pt x="3116735" y="6395857"/>
                </a:cubicBezTo>
                <a:cubicBezTo>
                  <a:pt x="3119952" y="6394773"/>
                  <a:pt x="3123220" y="6394231"/>
                  <a:pt x="3126539" y="6394231"/>
                </a:cubicBezTo>
                <a:cubicBezTo>
                  <a:pt x="3131823" y="6394231"/>
                  <a:pt x="3135768" y="6395416"/>
                  <a:pt x="3138376" y="6397787"/>
                </a:cubicBezTo>
                <a:cubicBezTo>
                  <a:pt x="3140984" y="6400158"/>
                  <a:pt x="3142254" y="6404730"/>
                  <a:pt x="3142186" y="6411503"/>
                </a:cubicBezTo>
                <a:lnTo>
                  <a:pt x="3142084" y="6429182"/>
                </a:lnTo>
                <a:cubicBezTo>
                  <a:pt x="3141204" y="6429182"/>
                  <a:pt x="3139866" y="6429097"/>
                  <a:pt x="3138071" y="6428928"/>
                </a:cubicBezTo>
                <a:cubicBezTo>
                  <a:pt x="3136276" y="6428759"/>
                  <a:pt x="3134481" y="6428606"/>
                  <a:pt x="3132686" y="6428470"/>
                </a:cubicBezTo>
                <a:cubicBezTo>
                  <a:pt x="3130892" y="6428335"/>
                  <a:pt x="3129588" y="6428267"/>
                  <a:pt x="3128775" y="6428267"/>
                </a:cubicBezTo>
                <a:cubicBezTo>
                  <a:pt x="3124236" y="6428267"/>
                  <a:pt x="3119275" y="6428860"/>
                  <a:pt x="3113890" y="6430045"/>
                </a:cubicBezTo>
                <a:cubicBezTo>
                  <a:pt x="3108505" y="6431231"/>
                  <a:pt x="3103358" y="6433144"/>
                  <a:pt x="3098447" y="6435785"/>
                </a:cubicBezTo>
                <a:cubicBezTo>
                  <a:pt x="3093536" y="6438427"/>
                  <a:pt x="3089506" y="6441915"/>
                  <a:pt x="3086356" y="6446251"/>
                </a:cubicBezTo>
                <a:cubicBezTo>
                  <a:pt x="3083207" y="6450585"/>
                  <a:pt x="3081632" y="6455937"/>
                  <a:pt x="3081632" y="6462303"/>
                </a:cubicBezTo>
                <a:cubicBezTo>
                  <a:pt x="3081632" y="6467045"/>
                  <a:pt x="3082733" y="6471481"/>
                  <a:pt x="3084934" y="6475613"/>
                </a:cubicBezTo>
                <a:cubicBezTo>
                  <a:pt x="3087136" y="6479744"/>
                  <a:pt x="3090251" y="6483047"/>
                  <a:pt x="3094282" y="6485519"/>
                </a:cubicBezTo>
                <a:cubicBezTo>
                  <a:pt x="3098312" y="6487991"/>
                  <a:pt x="3103002" y="6489227"/>
                  <a:pt x="3108353" y="6489227"/>
                </a:cubicBezTo>
                <a:cubicBezTo>
                  <a:pt x="3111604" y="6489227"/>
                  <a:pt x="3115194" y="6488838"/>
                  <a:pt x="3119123" y="6488059"/>
                </a:cubicBezTo>
                <a:cubicBezTo>
                  <a:pt x="3123051" y="6487280"/>
                  <a:pt x="3127030" y="6485671"/>
                  <a:pt x="3131060" y="6483233"/>
                </a:cubicBezTo>
                <a:cubicBezTo>
                  <a:pt x="3135091" y="6480794"/>
                  <a:pt x="3138698" y="6477171"/>
                  <a:pt x="3141881" y="6472362"/>
                </a:cubicBezTo>
                <a:lnTo>
                  <a:pt x="3142186" y="6472362"/>
                </a:lnTo>
                <a:cubicBezTo>
                  <a:pt x="3142186" y="6478729"/>
                  <a:pt x="3143540" y="6483131"/>
                  <a:pt x="3146250" y="6485570"/>
                </a:cubicBezTo>
                <a:cubicBezTo>
                  <a:pt x="3148959" y="6488008"/>
                  <a:pt x="3152989" y="6489227"/>
                  <a:pt x="3158340" y="6489227"/>
                </a:cubicBezTo>
                <a:cubicBezTo>
                  <a:pt x="3160711" y="6489227"/>
                  <a:pt x="3163200" y="6488736"/>
                  <a:pt x="3165808" y="6487754"/>
                </a:cubicBezTo>
                <a:cubicBezTo>
                  <a:pt x="3168416" y="6486772"/>
                  <a:pt x="3170854" y="6485587"/>
                  <a:pt x="3173123" y="6484198"/>
                </a:cubicBezTo>
                <a:cubicBezTo>
                  <a:pt x="3175392" y="6482809"/>
                  <a:pt x="3177136" y="6481641"/>
                  <a:pt x="3178355" y="6480693"/>
                </a:cubicBezTo>
                <a:lnTo>
                  <a:pt x="3178355" y="6475206"/>
                </a:lnTo>
                <a:lnTo>
                  <a:pt x="3177238" y="6475206"/>
                </a:lnTo>
                <a:cubicBezTo>
                  <a:pt x="3175883" y="6475681"/>
                  <a:pt x="3174173" y="6476155"/>
                  <a:pt x="3172107" y="6476629"/>
                </a:cubicBezTo>
                <a:cubicBezTo>
                  <a:pt x="3170041" y="6477103"/>
                  <a:pt x="3168636" y="6477340"/>
                  <a:pt x="3167890" y="6477340"/>
                </a:cubicBezTo>
                <a:cubicBezTo>
                  <a:pt x="3165114" y="6477340"/>
                  <a:pt x="3162980" y="6476714"/>
                  <a:pt x="3161490" y="6475460"/>
                </a:cubicBezTo>
                <a:cubicBezTo>
                  <a:pt x="3160000" y="6474208"/>
                  <a:pt x="3159254" y="6472565"/>
                  <a:pt x="3159254" y="6470533"/>
                </a:cubicBezTo>
                <a:lnTo>
                  <a:pt x="3159762" y="6416685"/>
                </a:lnTo>
                <a:cubicBezTo>
                  <a:pt x="3159898" y="6408489"/>
                  <a:pt x="3158070" y="6402004"/>
                  <a:pt x="3154276" y="6397229"/>
                </a:cubicBezTo>
                <a:cubicBezTo>
                  <a:pt x="3150483" y="6392453"/>
                  <a:pt x="3145742" y="6389049"/>
                  <a:pt x="3140052" y="6387018"/>
                </a:cubicBezTo>
                <a:cubicBezTo>
                  <a:pt x="3134363" y="6384986"/>
                  <a:pt x="3128639" y="6383969"/>
                  <a:pt x="3122882" y="6383969"/>
                </a:cubicBezTo>
                <a:close/>
                <a:moveTo>
                  <a:pt x="2837132" y="6383969"/>
                </a:moveTo>
                <a:cubicBezTo>
                  <a:pt x="2832255" y="6383969"/>
                  <a:pt x="2827717" y="6384427"/>
                  <a:pt x="2823518" y="6385341"/>
                </a:cubicBezTo>
                <a:cubicBezTo>
                  <a:pt x="2819318" y="6386255"/>
                  <a:pt x="2815474" y="6387407"/>
                  <a:pt x="2811986" y="6388796"/>
                </a:cubicBezTo>
                <a:cubicBezTo>
                  <a:pt x="2808498" y="6390184"/>
                  <a:pt x="2805331" y="6391624"/>
                  <a:pt x="2802486" y="6393114"/>
                </a:cubicBezTo>
                <a:lnTo>
                  <a:pt x="2805230" y="6409878"/>
                </a:lnTo>
                <a:lnTo>
                  <a:pt x="2807770" y="6409878"/>
                </a:lnTo>
                <a:cubicBezTo>
                  <a:pt x="2809530" y="6408523"/>
                  <a:pt x="2811613" y="6406982"/>
                  <a:pt x="2814018" y="6405255"/>
                </a:cubicBezTo>
                <a:cubicBezTo>
                  <a:pt x="2816422" y="6403528"/>
                  <a:pt x="2819047" y="6401800"/>
                  <a:pt x="2821892" y="6400073"/>
                </a:cubicBezTo>
                <a:cubicBezTo>
                  <a:pt x="2824736" y="6398346"/>
                  <a:pt x="2827768" y="6396941"/>
                  <a:pt x="2830985" y="6395857"/>
                </a:cubicBezTo>
                <a:cubicBezTo>
                  <a:pt x="2834202" y="6394773"/>
                  <a:pt x="2837470" y="6394231"/>
                  <a:pt x="2840789" y="6394231"/>
                </a:cubicBezTo>
                <a:cubicBezTo>
                  <a:pt x="2846073" y="6394231"/>
                  <a:pt x="2850018" y="6395416"/>
                  <a:pt x="2852626" y="6397787"/>
                </a:cubicBezTo>
                <a:cubicBezTo>
                  <a:pt x="2855234" y="6400158"/>
                  <a:pt x="2856504" y="6404730"/>
                  <a:pt x="2856436" y="6411503"/>
                </a:cubicBezTo>
                <a:lnTo>
                  <a:pt x="2856334" y="6429182"/>
                </a:lnTo>
                <a:cubicBezTo>
                  <a:pt x="2855454" y="6429182"/>
                  <a:pt x="2854116" y="6429097"/>
                  <a:pt x="2852321" y="6428928"/>
                </a:cubicBezTo>
                <a:cubicBezTo>
                  <a:pt x="2850526" y="6428759"/>
                  <a:pt x="2848731" y="6428606"/>
                  <a:pt x="2846936" y="6428470"/>
                </a:cubicBezTo>
                <a:cubicBezTo>
                  <a:pt x="2845141" y="6428335"/>
                  <a:pt x="2843838" y="6428267"/>
                  <a:pt x="2843025" y="6428267"/>
                </a:cubicBezTo>
                <a:cubicBezTo>
                  <a:pt x="2838486" y="6428267"/>
                  <a:pt x="2833525" y="6428860"/>
                  <a:pt x="2828140" y="6430045"/>
                </a:cubicBezTo>
                <a:cubicBezTo>
                  <a:pt x="2822755" y="6431231"/>
                  <a:pt x="2817608" y="6433144"/>
                  <a:pt x="2812697" y="6435785"/>
                </a:cubicBezTo>
                <a:cubicBezTo>
                  <a:pt x="2807786" y="6438427"/>
                  <a:pt x="2803756" y="6441915"/>
                  <a:pt x="2800606" y="6446251"/>
                </a:cubicBezTo>
                <a:cubicBezTo>
                  <a:pt x="2797457" y="6450585"/>
                  <a:pt x="2795882" y="6455937"/>
                  <a:pt x="2795882" y="6462303"/>
                </a:cubicBezTo>
                <a:cubicBezTo>
                  <a:pt x="2795882" y="6467045"/>
                  <a:pt x="2796983" y="6471481"/>
                  <a:pt x="2799184" y="6475613"/>
                </a:cubicBezTo>
                <a:cubicBezTo>
                  <a:pt x="2801386" y="6479744"/>
                  <a:pt x="2804501" y="6483047"/>
                  <a:pt x="2808532" y="6485519"/>
                </a:cubicBezTo>
                <a:cubicBezTo>
                  <a:pt x="2812562" y="6487991"/>
                  <a:pt x="2817252" y="6489227"/>
                  <a:pt x="2822603" y="6489227"/>
                </a:cubicBezTo>
                <a:cubicBezTo>
                  <a:pt x="2825854" y="6489227"/>
                  <a:pt x="2829444" y="6488838"/>
                  <a:pt x="2833373" y="6488059"/>
                </a:cubicBezTo>
                <a:cubicBezTo>
                  <a:pt x="2837301" y="6487280"/>
                  <a:pt x="2841280" y="6485671"/>
                  <a:pt x="2845310" y="6483233"/>
                </a:cubicBezTo>
                <a:cubicBezTo>
                  <a:pt x="2849341" y="6480794"/>
                  <a:pt x="2852948" y="6477171"/>
                  <a:pt x="2856131" y="6472362"/>
                </a:cubicBezTo>
                <a:lnTo>
                  <a:pt x="2856436" y="6472362"/>
                </a:lnTo>
                <a:cubicBezTo>
                  <a:pt x="2856436" y="6478729"/>
                  <a:pt x="2857790" y="6483131"/>
                  <a:pt x="2860500" y="6485570"/>
                </a:cubicBezTo>
                <a:cubicBezTo>
                  <a:pt x="2863209" y="6488008"/>
                  <a:pt x="2867239" y="6489227"/>
                  <a:pt x="2872590" y="6489227"/>
                </a:cubicBezTo>
                <a:cubicBezTo>
                  <a:pt x="2874961" y="6489227"/>
                  <a:pt x="2877450" y="6488736"/>
                  <a:pt x="2880058" y="6487754"/>
                </a:cubicBezTo>
                <a:cubicBezTo>
                  <a:pt x="2882666" y="6486772"/>
                  <a:pt x="2885104" y="6485587"/>
                  <a:pt x="2887373" y="6484198"/>
                </a:cubicBezTo>
                <a:cubicBezTo>
                  <a:pt x="2889642" y="6482809"/>
                  <a:pt x="2891386" y="6481641"/>
                  <a:pt x="2892605" y="6480693"/>
                </a:cubicBezTo>
                <a:lnTo>
                  <a:pt x="2892605" y="6475206"/>
                </a:lnTo>
                <a:lnTo>
                  <a:pt x="2891488" y="6475206"/>
                </a:lnTo>
                <a:cubicBezTo>
                  <a:pt x="2890133" y="6475681"/>
                  <a:pt x="2888423" y="6476155"/>
                  <a:pt x="2886357" y="6476629"/>
                </a:cubicBezTo>
                <a:cubicBezTo>
                  <a:pt x="2884291" y="6477103"/>
                  <a:pt x="2882886" y="6477340"/>
                  <a:pt x="2882140" y="6477340"/>
                </a:cubicBezTo>
                <a:cubicBezTo>
                  <a:pt x="2879364" y="6477340"/>
                  <a:pt x="2877230" y="6476714"/>
                  <a:pt x="2875740" y="6475460"/>
                </a:cubicBezTo>
                <a:cubicBezTo>
                  <a:pt x="2874250" y="6474208"/>
                  <a:pt x="2873504" y="6472565"/>
                  <a:pt x="2873504" y="6470533"/>
                </a:cubicBezTo>
                <a:lnTo>
                  <a:pt x="2874012" y="6416685"/>
                </a:lnTo>
                <a:cubicBezTo>
                  <a:pt x="2874148" y="6408489"/>
                  <a:pt x="2872319" y="6402004"/>
                  <a:pt x="2868526" y="6397229"/>
                </a:cubicBezTo>
                <a:cubicBezTo>
                  <a:pt x="2864733" y="6392453"/>
                  <a:pt x="2859992" y="6389049"/>
                  <a:pt x="2854302" y="6387018"/>
                </a:cubicBezTo>
                <a:cubicBezTo>
                  <a:pt x="2848613" y="6384986"/>
                  <a:pt x="2842889" y="6383969"/>
                  <a:pt x="2837132" y="6383969"/>
                </a:cubicBezTo>
                <a:close/>
                <a:moveTo>
                  <a:pt x="2667256" y="6383969"/>
                </a:moveTo>
                <a:cubicBezTo>
                  <a:pt x="2662515" y="6383969"/>
                  <a:pt x="2658265" y="6385104"/>
                  <a:pt x="2654506" y="6387373"/>
                </a:cubicBezTo>
                <a:cubicBezTo>
                  <a:pt x="2650746" y="6389642"/>
                  <a:pt x="2647394" y="6392555"/>
                  <a:pt x="2644448" y="6396111"/>
                </a:cubicBezTo>
                <a:cubicBezTo>
                  <a:pt x="2641501" y="6399667"/>
                  <a:pt x="2638775" y="6403409"/>
                  <a:pt x="2636268" y="6407338"/>
                </a:cubicBezTo>
                <a:lnTo>
                  <a:pt x="2636065" y="6407338"/>
                </a:lnTo>
                <a:lnTo>
                  <a:pt x="2636065" y="6384782"/>
                </a:lnTo>
                <a:lnTo>
                  <a:pt x="2603756" y="6391590"/>
                </a:lnTo>
                <a:lnTo>
                  <a:pt x="2603756" y="6395146"/>
                </a:lnTo>
                <a:lnTo>
                  <a:pt x="2613612" y="6398803"/>
                </a:lnTo>
                <a:cubicBezTo>
                  <a:pt x="2615712" y="6399548"/>
                  <a:pt x="2617252" y="6400531"/>
                  <a:pt x="2618234" y="6401750"/>
                </a:cubicBezTo>
                <a:cubicBezTo>
                  <a:pt x="2619217" y="6402969"/>
                  <a:pt x="2619708" y="6404459"/>
                  <a:pt x="2619708" y="6406220"/>
                </a:cubicBezTo>
                <a:lnTo>
                  <a:pt x="2619708" y="6473683"/>
                </a:lnTo>
                <a:cubicBezTo>
                  <a:pt x="2619708" y="6475173"/>
                  <a:pt x="2619284" y="6476409"/>
                  <a:pt x="2618438" y="6477391"/>
                </a:cubicBezTo>
                <a:cubicBezTo>
                  <a:pt x="2617591" y="6478373"/>
                  <a:pt x="2616490" y="6479033"/>
                  <a:pt x="2615136" y="6479372"/>
                </a:cubicBezTo>
                <a:lnTo>
                  <a:pt x="2603655" y="6482115"/>
                </a:lnTo>
                <a:lnTo>
                  <a:pt x="2603655" y="6487195"/>
                </a:lnTo>
                <a:lnTo>
                  <a:pt x="2655370" y="6487195"/>
                </a:lnTo>
                <a:lnTo>
                  <a:pt x="2655370" y="6482115"/>
                </a:lnTo>
                <a:lnTo>
                  <a:pt x="2641755" y="6479372"/>
                </a:lnTo>
                <a:cubicBezTo>
                  <a:pt x="2638775" y="6478763"/>
                  <a:pt x="2637284" y="6476866"/>
                  <a:pt x="2637284" y="6473683"/>
                </a:cubicBezTo>
                <a:lnTo>
                  <a:pt x="2637284" y="6413434"/>
                </a:lnTo>
                <a:cubicBezTo>
                  <a:pt x="2639588" y="6410386"/>
                  <a:pt x="2641941" y="6407795"/>
                  <a:pt x="2644346" y="6405661"/>
                </a:cubicBezTo>
                <a:cubicBezTo>
                  <a:pt x="2646750" y="6403528"/>
                  <a:pt x="2649375" y="6401868"/>
                  <a:pt x="2652220" y="6400683"/>
                </a:cubicBezTo>
                <a:cubicBezTo>
                  <a:pt x="2655065" y="6399498"/>
                  <a:pt x="2658146" y="6398905"/>
                  <a:pt x="2661466" y="6398905"/>
                </a:cubicBezTo>
                <a:cubicBezTo>
                  <a:pt x="2663633" y="6398905"/>
                  <a:pt x="2665970" y="6399260"/>
                  <a:pt x="2668476" y="6399971"/>
                </a:cubicBezTo>
                <a:cubicBezTo>
                  <a:pt x="2670982" y="6400683"/>
                  <a:pt x="2672506" y="6401750"/>
                  <a:pt x="2673048" y="6403172"/>
                </a:cubicBezTo>
                <a:lnTo>
                  <a:pt x="2676299" y="6411605"/>
                </a:lnTo>
                <a:lnTo>
                  <a:pt x="2682700" y="6411605"/>
                </a:lnTo>
                <a:lnTo>
                  <a:pt x="2682700" y="6391903"/>
                </a:lnTo>
                <a:lnTo>
                  <a:pt x="2689786" y="6394333"/>
                </a:lnTo>
                <a:cubicBezTo>
                  <a:pt x="2691548" y="6394875"/>
                  <a:pt x="2692936" y="6395468"/>
                  <a:pt x="2693952" y="6396111"/>
                </a:cubicBezTo>
                <a:cubicBezTo>
                  <a:pt x="2694968" y="6396754"/>
                  <a:pt x="2695781" y="6397787"/>
                  <a:pt x="2696390" y="6399210"/>
                </a:cubicBezTo>
                <a:lnTo>
                  <a:pt x="2727683" y="6473581"/>
                </a:lnTo>
                <a:lnTo>
                  <a:pt x="2734694" y="6487399"/>
                </a:lnTo>
                <a:cubicBezTo>
                  <a:pt x="2732526" y="6493088"/>
                  <a:pt x="2730630" y="6497914"/>
                  <a:pt x="2729004" y="6501876"/>
                </a:cubicBezTo>
                <a:cubicBezTo>
                  <a:pt x="2727378" y="6505839"/>
                  <a:pt x="2725736" y="6509090"/>
                  <a:pt x="2724076" y="6511630"/>
                </a:cubicBezTo>
                <a:cubicBezTo>
                  <a:pt x="2722417" y="6514170"/>
                  <a:pt x="2720402" y="6516219"/>
                  <a:pt x="2718031" y="6517777"/>
                </a:cubicBezTo>
                <a:cubicBezTo>
                  <a:pt x="2716676" y="6518793"/>
                  <a:pt x="2715372" y="6519470"/>
                  <a:pt x="2714120" y="6519809"/>
                </a:cubicBezTo>
                <a:cubicBezTo>
                  <a:pt x="2712866" y="6520148"/>
                  <a:pt x="2711427" y="6520317"/>
                  <a:pt x="2709802" y="6520317"/>
                </a:cubicBezTo>
                <a:cubicBezTo>
                  <a:pt x="2708853" y="6520317"/>
                  <a:pt x="2707617" y="6520148"/>
                  <a:pt x="2706093" y="6519809"/>
                </a:cubicBezTo>
                <a:cubicBezTo>
                  <a:pt x="2704569" y="6519470"/>
                  <a:pt x="2702944" y="6519030"/>
                  <a:pt x="2701216" y="6518488"/>
                </a:cubicBezTo>
                <a:cubicBezTo>
                  <a:pt x="2699489" y="6517946"/>
                  <a:pt x="2697864" y="6517371"/>
                  <a:pt x="2696340" y="6516761"/>
                </a:cubicBezTo>
                <a:cubicBezTo>
                  <a:pt x="2694816" y="6516152"/>
                  <a:pt x="2693546" y="6515508"/>
                  <a:pt x="2692530" y="6514831"/>
                </a:cubicBezTo>
                <a:lnTo>
                  <a:pt x="2689583" y="6514831"/>
                </a:lnTo>
                <a:lnTo>
                  <a:pt x="2686942" y="6531391"/>
                </a:lnTo>
                <a:cubicBezTo>
                  <a:pt x="2688093" y="6531933"/>
                  <a:pt x="2689516" y="6532526"/>
                  <a:pt x="2691209" y="6533169"/>
                </a:cubicBezTo>
                <a:cubicBezTo>
                  <a:pt x="2692902" y="6533813"/>
                  <a:pt x="2694799" y="6534354"/>
                  <a:pt x="2696898" y="6534795"/>
                </a:cubicBezTo>
                <a:cubicBezTo>
                  <a:pt x="2698998" y="6535235"/>
                  <a:pt x="2701166" y="6535455"/>
                  <a:pt x="2703401" y="6535455"/>
                </a:cubicBezTo>
                <a:cubicBezTo>
                  <a:pt x="2707736" y="6535455"/>
                  <a:pt x="2711901" y="6534761"/>
                  <a:pt x="2715898" y="6533373"/>
                </a:cubicBezTo>
                <a:cubicBezTo>
                  <a:pt x="2719894" y="6531984"/>
                  <a:pt x="2723687" y="6529173"/>
                  <a:pt x="2727277" y="6524940"/>
                </a:cubicBezTo>
                <a:cubicBezTo>
                  <a:pt x="2730867" y="6520706"/>
                  <a:pt x="2734220" y="6514289"/>
                  <a:pt x="2737335" y="6505686"/>
                </a:cubicBezTo>
                <a:lnTo>
                  <a:pt x="2775537" y="6400225"/>
                </a:lnTo>
                <a:cubicBezTo>
                  <a:pt x="2776011" y="6398735"/>
                  <a:pt x="2776790" y="6397720"/>
                  <a:pt x="2777874" y="6397177"/>
                </a:cubicBezTo>
                <a:cubicBezTo>
                  <a:pt x="2778957" y="6396636"/>
                  <a:pt x="2780380" y="6395993"/>
                  <a:pt x="2782141" y="6395247"/>
                </a:cubicBezTo>
                <a:lnTo>
                  <a:pt x="2789558" y="6391895"/>
                </a:lnTo>
                <a:lnTo>
                  <a:pt x="2789558" y="6386815"/>
                </a:lnTo>
                <a:lnTo>
                  <a:pt x="2753083" y="6386815"/>
                </a:lnTo>
                <a:lnTo>
                  <a:pt x="2753083" y="6391895"/>
                </a:lnTo>
                <a:lnTo>
                  <a:pt x="2767409" y="6396365"/>
                </a:lnTo>
                <a:lnTo>
                  <a:pt x="2742822" y="6464945"/>
                </a:lnTo>
                <a:lnTo>
                  <a:pt x="2742517" y="6464945"/>
                </a:lnTo>
                <a:lnTo>
                  <a:pt x="2737437" y="6452245"/>
                </a:lnTo>
                <a:lnTo>
                  <a:pt x="2713866" y="6395349"/>
                </a:lnTo>
                <a:lnTo>
                  <a:pt x="2728598" y="6391895"/>
                </a:lnTo>
                <a:lnTo>
                  <a:pt x="2728598" y="6386815"/>
                </a:lnTo>
                <a:lnTo>
                  <a:pt x="2682674" y="6386815"/>
                </a:lnTo>
                <a:lnTo>
                  <a:pt x="2682674" y="6387516"/>
                </a:lnTo>
                <a:lnTo>
                  <a:pt x="2676045" y="6384935"/>
                </a:lnTo>
                <a:cubicBezTo>
                  <a:pt x="2673979" y="6384292"/>
                  <a:pt x="2671050" y="6383969"/>
                  <a:pt x="2667256" y="6383969"/>
                </a:cubicBezTo>
                <a:close/>
                <a:moveTo>
                  <a:pt x="2427557" y="6383969"/>
                </a:moveTo>
                <a:cubicBezTo>
                  <a:pt x="2422680" y="6383969"/>
                  <a:pt x="2418142" y="6384427"/>
                  <a:pt x="2413942" y="6385341"/>
                </a:cubicBezTo>
                <a:cubicBezTo>
                  <a:pt x="2409743" y="6386255"/>
                  <a:pt x="2405899" y="6387407"/>
                  <a:pt x="2402411" y="6388796"/>
                </a:cubicBezTo>
                <a:cubicBezTo>
                  <a:pt x="2398923" y="6390184"/>
                  <a:pt x="2395756" y="6391624"/>
                  <a:pt x="2392911" y="6393114"/>
                </a:cubicBezTo>
                <a:lnTo>
                  <a:pt x="2395654" y="6409878"/>
                </a:lnTo>
                <a:lnTo>
                  <a:pt x="2398194" y="6409878"/>
                </a:lnTo>
                <a:cubicBezTo>
                  <a:pt x="2399956" y="6408523"/>
                  <a:pt x="2402038" y="6406982"/>
                  <a:pt x="2404443" y="6405255"/>
                </a:cubicBezTo>
                <a:cubicBezTo>
                  <a:pt x="2406847" y="6403528"/>
                  <a:pt x="2409472" y="6401800"/>
                  <a:pt x="2412317" y="6400073"/>
                </a:cubicBezTo>
                <a:cubicBezTo>
                  <a:pt x="2415162" y="6398346"/>
                  <a:pt x="2418193" y="6396941"/>
                  <a:pt x="2421410" y="6395857"/>
                </a:cubicBezTo>
                <a:cubicBezTo>
                  <a:pt x="2424627" y="6394773"/>
                  <a:pt x="2427896" y="6394231"/>
                  <a:pt x="2431214" y="6394231"/>
                </a:cubicBezTo>
                <a:cubicBezTo>
                  <a:pt x="2436498" y="6394231"/>
                  <a:pt x="2440443" y="6395416"/>
                  <a:pt x="2443051" y="6397787"/>
                </a:cubicBezTo>
                <a:cubicBezTo>
                  <a:pt x="2445658" y="6400158"/>
                  <a:pt x="2446928" y="6404730"/>
                  <a:pt x="2446861" y="6411503"/>
                </a:cubicBezTo>
                <a:lnTo>
                  <a:pt x="2446759" y="6429182"/>
                </a:lnTo>
                <a:cubicBezTo>
                  <a:pt x="2445879" y="6429182"/>
                  <a:pt x="2444541" y="6429097"/>
                  <a:pt x="2442746" y="6428928"/>
                </a:cubicBezTo>
                <a:cubicBezTo>
                  <a:pt x="2440951" y="6428759"/>
                  <a:pt x="2439156" y="6428606"/>
                  <a:pt x="2437361" y="6428470"/>
                </a:cubicBezTo>
                <a:cubicBezTo>
                  <a:pt x="2435566" y="6428335"/>
                  <a:pt x="2434262" y="6428267"/>
                  <a:pt x="2433450" y="6428267"/>
                </a:cubicBezTo>
                <a:cubicBezTo>
                  <a:pt x="2428911" y="6428267"/>
                  <a:pt x="2423950" y="6428860"/>
                  <a:pt x="2418565" y="6430045"/>
                </a:cubicBezTo>
                <a:cubicBezTo>
                  <a:pt x="2413180" y="6431231"/>
                  <a:pt x="2408033" y="6433144"/>
                  <a:pt x="2403122" y="6435785"/>
                </a:cubicBezTo>
                <a:cubicBezTo>
                  <a:pt x="2398211" y="6438427"/>
                  <a:pt x="2394181" y="6441915"/>
                  <a:pt x="2391032" y="6446251"/>
                </a:cubicBezTo>
                <a:cubicBezTo>
                  <a:pt x="2387882" y="6450585"/>
                  <a:pt x="2386307" y="6455937"/>
                  <a:pt x="2386307" y="6462303"/>
                </a:cubicBezTo>
                <a:cubicBezTo>
                  <a:pt x="2386307" y="6467045"/>
                  <a:pt x="2387408" y="6471481"/>
                  <a:pt x="2389609" y="6475613"/>
                </a:cubicBezTo>
                <a:cubicBezTo>
                  <a:pt x="2391810" y="6479744"/>
                  <a:pt x="2394926" y="6483047"/>
                  <a:pt x="2398956" y="6485519"/>
                </a:cubicBezTo>
                <a:cubicBezTo>
                  <a:pt x="2402986" y="6487991"/>
                  <a:pt x="2407677" y="6489227"/>
                  <a:pt x="2413028" y="6489227"/>
                </a:cubicBezTo>
                <a:cubicBezTo>
                  <a:pt x="2416279" y="6489227"/>
                  <a:pt x="2419869" y="6488838"/>
                  <a:pt x="2423798" y="6488059"/>
                </a:cubicBezTo>
                <a:cubicBezTo>
                  <a:pt x="2427726" y="6487280"/>
                  <a:pt x="2431706" y="6485671"/>
                  <a:pt x="2435736" y="6483233"/>
                </a:cubicBezTo>
                <a:cubicBezTo>
                  <a:pt x="2439766" y="6480794"/>
                  <a:pt x="2443372" y="6477171"/>
                  <a:pt x="2446556" y="6472362"/>
                </a:cubicBezTo>
                <a:lnTo>
                  <a:pt x="2446861" y="6472362"/>
                </a:lnTo>
                <a:cubicBezTo>
                  <a:pt x="2446861" y="6478729"/>
                  <a:pt x="2448216" y="6483131"/>
                  <a:pt x="2450925" y="6485570"/>
                </a:cubicBezTo>
                <a:cubicBezTo>
                  <a:pt x="2453634" y="6488008"/>
                  <a:pt x="2457664" y="6489227"/>
                  <a:pt x="2463015" y="6489227"/>
                </a:cubicBezTo>
                <a:cubicBezTo>
                  <a:pt x="2465386" y="6489227"/>
                  <a:pt x="2467875" y="6488736"/>
                  <a:pt x="2470483" y="6487754"/>
                </a:cubicBezTo>
                <a:cubicBezTo>
                  <a:pt x="2473091" y="6486772"/>
                  <a:pt x="2475529" y="6485587"/>
                  <a:pt x="2477798" y="6484198"/>
                </a:cubicBezTo>
                <a:cubicBezTo>
                  <a:pt x="2480067" y="6482809"/>
                  <a:pt x="2481811" y="6481641"/>
                  <a:pt x="2483030" y="6480693"/>
                </a:cubicBezTo>
                <a:lnTo>
                  <a:pt x="2483030" y="6475206"/>
                </a:lnTo>
                <a:lnTo>
                  <a:pt x="2481913" y="6475206"/>
                </a:lnTo>
                <a:cubicBezTo>
                  <a:pt x="2480558" y="6475681"/>
                  <a:pt x="2478848" y="6476155"/>
                  <a:pt x="2476782" y="6476629"/>
                </a:cubicBezTo>
                <a:cubicBezTo>
                  <a:pt x="2474716" y="6477103"/>
                  <a:pt x="2473311" y="6477340"/>
                  <a:pt x="2472566" y="6477340"/>
                </a:cubicBezTo>
                <a:cubicBezTo>
                  <a:pt x="2469789" y="6477340"/>
                  <a:pt x="2467655" y="6476714"/>
                  <a:pt x="2466165" y="6475460"/>
                </a:cubicBezTo>
                <a:cubicBezTo>
                  <a:pt x="2464675" y="6474208"/>
                  <a:pt x="2463930" y="6472565"/>
                  <a:pt x="2463930" y="6470533"/>
                </a:cubicBezTo>
                <a:lnTo>
                  <a:pt x="2464438" y="6416685"/>
                </a:lnTo>
                <a:cubicBezTo>
                  <a:pt x="2464573" y="6408489"/>
                  <a:pt x="2462744" y="6402004"/>
                  <a:pt x="2458951" y="6397229"/>
                </a:cubicBezTo>
                <a:cubicBezTo>
                  <a:pt x="2455158" y="6392453"/>
                  <a:pt x="2450417" y="6389049"/>
                  <a:pt x="2444727" y="6387018"/>
                </a:cubicBezTo>
                <a:cubicBezTo>
                  <a:pt x="2439038" y="6384986"/>
                  <a:pt x="2433314" y="6383969"/>
                  <a:pt x="2427557" y="6383969"/>
                </a:cubicBezTo>
                <a:close/>
                <a:moveTo>
                  <a:pt x="1653314" y="6383969"/>
                </a:moveTo>
                <a:cubicBezTo>
                  <a:pt x="1643222" y="6383969"/>
                  <a:pt x="1634552" y="6386340"/>
                  <a:pt x="1627304" y="6391082"/>
                </a:cubicBezTo>
                <a:cubicBezTo>
                  <a:pt x="1620057" y="6395823"/>
                  <a:pt x="1614486" y="6402207"/>
                  <a:pt x="1610591" y="6410233"/>
                </a:cubicBezTo>
                <a:cubicBezTo>
                  <a:pt x="1606696" y="6418260"/>
                  <a:pt x="1604749" y="6427251"/>
                  <a:pt x="1604749" y="6437208"/>
                </a:cubicBezTo>
                <a:cubicBezTo>
                  <a:pt x="1604749" y="6447842"/>
                  <a:pt x="1606696" y="6457121"/>
                  <a:pt x="1610591" y="6465046"/>
                </a:cubicBezTo>
                <a:cubicBezTo>
                  <a:pt x="1614486" y="6472971"/>
                  <a:pt x="1619989" y="6479101"/>
                  <a:pt x="1627101" y="6483436"/>
                </a:cubicBezTo>
                <a:cubicBezTo>
                  <a:pt x="1634213" y="6487771"/>
                  <a:pt x="1642612" y="6489939"/>
                  <a:pt x="1652298" y="6489939"/>
                </a:cubicBezTo>
                <a:cubicBezTo>
                  <a:pt x="1662458" y="6489939"/>
                  <a:pt x="1671162" y="6487551"/>
                  <a:pt x="1678409" y="6482776"/>
                </a:cubicBezTo>
                <a:cubicBezTo>
                  <a:pt x="1685657" y="6478000"/>
                  <a:pt x="1691211" y="6471583"/>
                  <a:pt x="1695072" y="6463523"/>
                </a:cubicBezTo>
                <a:cubicBezTo>
                  <a:pt x="1698932" y="6455462"/>
                  <a:pt x="1700863" y="6446555"/>
                  <a:pt x="1700863" y="6436802"/>
                </a:cubicBezTo>
                <a:cubicBezTo>
                  <a:pt x="1700863" y="6427590"/>
                  <a:pt x="1699152" y="6418971"/>
                  <a:pt x="1695732" y="6410945"/>
                </a:cubicBezTo>
                <a:cubicBezTo>
                  <a:pt x="1692312" y="6402918"/>
                  <a:pt x="1687096" y="6396416"/>
                  <a:pt x="1680086" y="6391437"/>
                </a:cubicBezTo>
                <a:cubicBezTo>
                  <a:pt x="1673075" y="6386459"/>
                  <a:pt x="1664151" y="6383969"/>
                  <a:pt x="1653314" y="6383969"/>
                </a:cubicBezTo>
                <a:close/>
                <a:moveTo>
                  <a:pt x="1386615" y="6383969"/>
                </a:moveTo>
                <a:cubicBezTo>
                  <a:pt x="1376522" y="6383969"/>
                  <a:pt x="1367852" y="6386340"/>
                  <a:pt x="1360605" y="6391082"/>
                </a:cubicBezTo>
                <a:cubicBezTo>
                  <a:pt x="1353357" y="6395823"/>
                  <a:pt x="1347786" y="6402207"/>
                  <a:pt x="1343891" y="6410233"/>
                </a:cubicBezTo>
                <a:cubicBezTo>
                  <a:pt x="1339997" y="6418260"/>
                  <a:pt x="1338049" y="6427251"/>
                  <a:pt x="1338049" y="6437208"/>
                </a:cubicBezTo>
                <a:cubicBezTo>
                  <a:pt x="1338049" y="6447842"/>
                  <a:pt x="1339997" y="6457121"/>
                  <a:pt x="1343891" y="6465046"/>
                </a:cubicBezTo>
                <a:cubicBezTo>
                  <a:pt x="1347786" y="6472971"/>
                  <a:pt x="1353290" y="6479101"/>
                  <a:pt x="1360401" y="6483436"/>
                </a:cubicBezTo>
                <a:cubicBezTo>
                  <a:pt x="1367513" y="6487771"/>
                  <a:pt x="1375912" y="6489939"/>
                  <a:pt x="1385598" y="6489939"/>
                </a:cubicBezTo>
                <a:cubicBezTo>
                  <a:pt x="1395758" y="6489939"/>
                  <a:pt x="1404462" y="6487551"/>
                  <a:pt x="1411709" y="6482776"/>
                </a:cubicBezTo>
                <a:cubicBezTo>
                  <a:pt x="1418957" y="6478000"/>
                  <a:pt x="1424511" y="6471583"/>
                  <a:pt x="1428372" y="6463523"/>
                </a:cubicBezTo>
                <a:cubicBezTo>
                  <a:pt x="1432233" y="6455462"/>
                  <a:pt x="1434163" y="6446555"/>
                  <a:pt x="1434163" y="6436802"/>
                </a:cubicBezTo>
                <a:cubicBezTo>
                  <a:pt x="1434163" y="6427590"/>
                  <a:pt x="1432453" y="6418971"/>
                  <a:pt x="1429032" y="6410945"/>
                </a:cubicBezTo>
                <a:cubicBezTo>
                  <a:pt x="1425612" y="6402918"/>
                  <a:pt x="1420396" y="6396416"/>
                  <a:pt x="1413386" y="6391437"/>
                </a:cubicBezTo>
                <a:cubicBezTo>
                  <a:pt x="1406375" y="6386459"/>
                  <a:pt x="1397452" y="6383969"/>
                  <a:pt x="1386615" y="6383969"/>
                </a:cubicBezTo>
                <a:close/>
                <a:moveTo>
                  <a:pt x="954230" y="6383969"/>
                </a:moveTo>
                <a:cubicBezTo>
                  <a:pt x="946577" y="6383969"/>
                  <a:pt x="939752" y="6385528"/>
                  <a:pt x="933758" y="6388643"/>
                </a:cubicBezTo>
                <a:cubicBezTo>
                  <a:pt x="927764" y="6391759"/>
                  <a:pt x="923090" y="6395891"/>
                  <a:pt x="919737" y="6401038"/>
                </a:cubicBezTo>
                <a:cubicBezTo>
                  <a:pt x="916384" y="6406186"/>
                  <a:pt x="914708" y="6411740"/>
                  <a:pt x="914708" y="6417701"/>
                </a:cubicBezTo>
                <a:cubicBezTo>
                  <a:pt x="914708" y="6422848"/>
                  <a:pt x="915503" y="6427302"/>
                  <a:pt x="917095" y="6431061"/>
                </a:cubicBezTo>
                <a:cubicBezTo>
                  <a:pt x="918687" y="6434820"/>
                  <a:pt x="920804" y="6438004"/>
                  <a:pt x="923445" y="6440612"/>
                </a:cubicBezTo>
                <a:cubicBezTo>
                  <a:pt x="926087" y="6443219"/>
                  <a:pt x="928965" y="6445403"/>
                  <a:pt x="932081" y="6447165"/>
                </a:cubicBezTo>
                <a:lnTo>
                  <a:pt x="932081" y="6447368"/>
                </a:lnTo>
                <a:cubicBezTo>
                  <a:pt x="929304" y="6448045"/>
                  <a:pt x="926459" y="6449146"/>
                  <a:pt x="923547" y="6450670"/>
                </a:cubicBezTo>
                <a:cubicBezTo>
                  <a:pt x="920634" y="6452194"/>
                  <a:pt x="918196" y="6454226"/>
                  <a:pt x="916232" y="6456766"/>
                </a:cubicBezTo>
                <a:cubicBezTo>
                  <a:pt x="914267" y="6459306"/>
                  <a:pt x="913285" y="6462540"/>
                  <a:pt x="913285" y="6466469"/>
                </a:cubicBezTo>
                <a:cubicBezTo>
                  <a:pt x="913285" y="6470194"/>
                  <a:pt x="914217" y="6473361"/>
                  <a:pt x="916079" y="6475968"/>
                </a:cubicBezTo>
                <a:cubicBezTo>
                  <a:pt x="917942" y="6478576"/>
                  <a:pt x="920143" y="6480642"/>
                  <a:pt x="922683" y="6482166"/>
                </a:cubicBezTo>
                <a:cubicBezTo>
                  <a:pt x="925223" y="6483690"/>
                  <a:pt x="927645" y="6484723"/>
                  <a:pt x="929948" y="6485265"/>
                </a:cubicBezTo>
                <a:lnTo>
                  <a:pt x="929948" y="6485570"/>
                </a:lnTo>
                <a:cubicBezTo>
                  <a:pt x="924258" y="6487195"/>
                  <a:pt x="919178" y="6489871"/>
                  <a:pt x="914708" y="6493596"/>
                </a:cubicBezTo>
                <a:cubicBezTo>
                  <a:pt x="910238" y="6497321"/>
                  <a:pt x="908002" y="6502740"/>
                  <a:pt x="908002" y="6509852"/>
                </a:cubicBezTo>
                <a:cubicBezTo>
                  <a:pt x="908002" y="6515406"/>
                  <a:pt x="909848" y="6520080"/>
                  <a:pt x="913539" y="6523873"/>
                </a:cubicBezTo>
                <a:cubicBezTo>
                  <a:pt x="917231" y="6527666"/>
                  <a:pt x="922345" y="6530545"/>
                  <a:pt x="928881" y="6532509"/>
                </a:cubicBezTo>
                <a:cubicBezTo>
                  <a:pt x="935417" y="6534473"/>
                  <a:pt x="942885" y="6535455"/>
                  <a:pt x="951284" y="6535455"/>
                </a:cubicBezTo>
                <a:cubicBezTo>
                  <a:pt x="961105" y="6535455"/>
                  <a:pt x="970012" y="6533813"/>
                  <a:pt x="978004" y="6530527"/>
                </a:cubicBezTo>
                <a:cubicBezTo>
                  <a:pt x="985997" y="6527243"/>
                  <a:pt x="992364" y="6522705"/>
                  <a:pt x="997105" y="6516913"/>
                </a:cubicBezTo>
                <a:cubicBezTo>
                  <a:pt x="1001847" y="6511122"/>
                  <a:pt x="1004217" y="6504467"/>
                  <a:pt x="1004217" y="6496949"/>
                </a:cubicBezTo>
                <a:cubicBezTo>
                  <a:pt x="1004217" y="6492885"/>
                  <a:pt x="1003167" y="6488821"/>
                  <a:pt x="1001068" y="6484757"/>
                </a:cubicBezTo>
                <a:cubicBezTo>
                  <a:pt x="998968" y="6480693"/>
                  <a:pt x="995463" y="6477289"/>
                  <a:pt x="990552" y="6474546"/>
                </a:cubicBezTo>
                <a:cubicBezTo>
                  <a:pt x="985641" y="6471803"/>
                  <a:pt x="978885" y="6470431"/>
                  <a:pt x="970283" y="6470431"/>
                </a:cubicBezTo>
                <a:lnTo>
                  <a:pt x="937263" y="6470431"/>
                </a:lnTo>
                <a:cubicBezTo>
                  <a:pt x="934757" y="6470364"/>
                  <a:pt x="932572" y="6469399"/>
                  <a:pt x="930710" y="6467536"/>
                </a:cubicBezTo>
                <a:cubicBezTo>
                  <a:pt x="928847" y="6465673"/>
                  <a:pt x="927916" y="6463150"/>
                  <a:pt x="927916" y="6459967"/>
                </a:cubicBezTo>
                <a:cubicBezTo>
                  <a:pt x="927916" y="6457325"/>
                  <a:pt x="928932" y="6455022"/>
                  <a:pt x="930964" y="6453058"/>
                </a:cubicBezTo>
                <a:cubicBezTo>
                  <a:pt x="932996" y="6451093"/>
                  <a:pt x="935265" y="6450043"/>
                  <a:pt x="937771" y="6449908"/>
                </a:cubicBezTo>
                <a:cubicBezTo>
                  <a:pt x="939938" y="6450518"/>
                  <a:pt x="942241" y="6450975"/>
                  <a:pt x="944680" y="6451280"/>
                </a:cubicBezTo>
                <a:cubicBezTo>
                  <a:pt x="947118" y="6451585"/>
                  <a:pt x="949692" y="6451737"/>
                  <a:pt x="952401" y="6451737"/>
                </a:cubicBezTo>
                <a:cubicBezTo>
                  <a:pt x="964525" y="6451737"/>
                  <a:pt x="973890" y="6448553"/>
                  <a:pt x="980494" y="6442186"/>
                </a:cubicBezTo>
                <a:cubicBezTo>
                  <a:pt x="987098" y="6435820"/>
                  <a:pt x="990400" y="6427793"/>
                  <a:pt x="990400" y="6418107"/>
                </a:cubicBezTo>
                <a:cubicBezTo>
                  <a:pt x="990400" y="6413840"/>
                  <a:pt x="989400" y="6409522"/>
                  <a:pt x="987403" y="6405153"/>
                </a:cubicBezTo>
                <a:cubicBezTo>
                  <a:pt x="985404" y="6400785"/>
                  <a:pt x="982373" y="6396805"/>
                  <a:pt x="978309" y="6393215"/>
                </a:cubicBezTo>
                <a:lnTo>
                  <a:pt x="978309" y="6393114"/>
                </a:lnTo>
                <a:lnTo>
                  <a:pt x="1006554" y="6399108"/>
                </a:lnTo>
                <a:lnTo>
                  <a:pt x="1008586" y="6386815"/>
                </a:lnTo>
                <a:lnTo>
                  <a:pt x="973229" y="6386815"/>
                </a:lnTo>
                <a:cubicBezTo>
                  <a:pt x="970249" y="6386002"/>
                  <a:pt x="967099" y="6385325"/>
                  <a:pt x="963780" y="6384782"/>
                </a:cubicBezTo>
                <a:cubicBezTo>
                  <a:pt x="960461" y="6384240"/>
                  <a:pt x="957278" y="6383969"/>
                  <a:pt x="954230" y="6383969"/>
                </a:cubicBezTo>
                <a:close/>
                <a:moveTo>
                  <a:pt x="738914" y="6383969"/>
                </a:moveTo>
                <a:cubicBezTo>
                  <a:pt x="728822" y="6383969"/>
                  <a:pt x="720152" y="6386340"/>
                  <a:pt x="712905" y="6391082"/>
                </a:cubicBezTo>
                <a:cubicBezTo>
                  <a:pt x="705657" y="6395823"/>
                  <a:pt x="700086" y="6402207"/>
                  <a:pt x="696191" y="6410233"/>
                </a:cubicBezTo>
                <a:cubicBezTo>
                  <a:pt x="692297" y="6418260"/>
                  <a:pt x="690349" y="6427251"/>
                  <a:pt x="690349" y="6437208"/>
                </a:cubicBezTo>
                <a:cubicBezTo>
                  <a:pt x="690349" y="6447842"/>
                  <a:pt x="692297" y="6457121"/>
                  <a:pt x="696191" y="6465046"/>
                </a:cubicBezTo>
                <a:cubicBezTo>
                  <a:pt x="700086" y="6472971"/>
                  <a:pt x="705589" y="6479101"/>
                  <a:pt x="712701" y="6483436"/>
                </a:cubicBezTo>
                <a:cubicBezTo>
                  <a:pt x="719813" y="6487771"/>
                  <a:pt x="728212" y="6489939"/>
                  <a:pt x="737898" y="6489939"/>
                </a:cubicBezTo>
                <a:cubicBezTo>
                  <a:pt x="748058" y="6489939"/>
                  <a:pt x="756762" y="6487551"/>
                  <a:pt x="764009" y="6482776"/>
                </a:cubicBezTo>
                <a:cubicBezTo>
                  <a:pt x="771257" y="6478000"/>
                  <a:pt x="776811" y="6471583"/>
                  <a:pt x="780672" y="6463522"/>
                </a:cubicBezTo>
                <a:cubicBezTo>
                  <a:pt x="784533" y="6455462"/>
                  <a:pt x="786463" y="6446555"/>
                  <a:pt x="786463" y="6436802"/>
                </a:cubicBezTo>
                <a:cubicBezTo>
                  <a:pt x="786463" y="6427590"/>
                  <a:pt x="784753" y="6418971"/>
                  <a:pt x="781332" y="6410945"/>
                </a:cubicBezTo>
                <a:cubicBezTo>
                  <a:pt x="777912" y="6402918"/>
                  <a:pt x="772696" y="6396416"/>
                  <a:pt x="765686" y="6391437"/>
                </a:cubicBezTo>
                <a:cubicBezTo>
                  <a:pt x="758675" y="6386459"/>
                  <a:pt x="749752" y="6383969"/>
                  <a:pt x="738914" y="6383969"/>
                </a:cubicBezTo>
                <a:close/>
                <a:moveTo>
                  <a:pt x="667007" y="6383969"/>
                </a:moveTo>
                <a:cubicBezTo>
                  <a:pt x="662266" y="6383969"/>
                  <a:pt x="658015" y="6385104"/>
                  <a:pt x="654256" y="6387373"/>
                </a:cubicBezTo>
                <a:cubicBezTo>
                  <a:pt x="650497" y="6389642"/>
                  <a:pt x="647144" y="6392555"/>
                  <a:pt x="644198" y="6396111"/>
                </a:cubicBezTo>
                <a:cubicBezTo>
                  <a:pt x="641251" y="6399667"/>
                  <a:pt x="638525" y="6403409"/>
                  <a:pt x="636019" y="6407338"/>
                </a:cubicBezTo>
                <a:lnTo>
                  <a:pt x="635816" y="6407338"/>
                </a:lnTo>
                <a:lnTo>
                  <a:pt x="635816" y="6384782"/>
                </a:lnTo>
                <a:lnTo>
                  <a:pt x="603507" y="6391590"/>
                </a:lnTo>
                <a:lnTo>
                  <a:pt x="603507" y="6395146"/>
                </a:lnTo>
                <a:lnTo>
                  <a:pt x="613362" y="6398803"/>
                </a:lnTo>
                <a:cubicBezTo>
                  <a:pt x="615462" y="6399548"/>
                  <a:pt x="617003" y="6400531"/>
                  <a:pt x="617985" y="6401750"/>
                </a:cubicBezTo>
                <a:cubicBezTo>
                  <a:pt x="618967" y="6402969"/>
                  <a:pt x="619458" y="6404459"/>
                  <a:pt x="619458" y="6406220"/>
                </a:cubicBezTo>
                <a:lnTo>
                  <a:pt x="619458" y="6473683"/>
                </a:lnTo>
                <a:cubicBezTo>
                  <a:pt x="619458" y="6475173"/>
                  <a:pt x="619035" y="6476409"/>
                  <a:pt x="618188" y="6477391"/>
                </a:cubicBezTo>
                <a:cubicBezTo>
                  <a:pt x="617342" y="6478373"/>
                  <a:pt x="616241" y="6479033"/>
                  <a:pt x="614886" y="6479372"/>
                </a:cubicBezTo>
                <a:lnTo>
                  <a:pt x="603405" y="6482115"/>
                </a:lnTo>
                <a:lnTo>
                  <a:pt x="603405" y="6487195"/>
                </a:lnTo>
                <a:lnTo>
                  <a:pt x="655120" y="6487195"/>
                </a:lnTo>
                <a:lnTo>
                  <a:pt x="655120" y="6482115"/>
                </a:lnTo>
                <a:lnTo>
                  <a:pt x="641505" y="6479372"/>
                </a:lnTo>
                <a:cubicBezTo>
                  <a:pt x="638525" y="6478763"/>
                  <a:pt x="637035" y="6476866"/>
                  <a:pt x="637035" y="6473683"/>
                </a:cubicBezTo>
                <a:lnTo>
                  <a:pt x="637035" y="6413434"/>
                </a:lnTo>
                <a:cubicBezTo>
                  <a:pt x="639338" y="6410386"/>
                  <a:pt x="641692" y="6407795"/>
                  <a:pt x="644096" y="6405661"/>
                </a:cubicBezTo>
                <a:cubicBezTo>
                  <a:pt x="646501" y="6403528"/>
                  <a:pt x="649125" y="6401868"/>
                  <a:pt x="651970" y="6400683"/>
                </a:cubicBezTo>
                <a:cubicBezTo>
                  <a:pt x="654815" y="6399498"/>
                  <a:pt x="657897" y="6398905"/>
                  <a:pt x="661216" y="6398905"/>
                </a:cubicBezTo>
                <a:cubicBezTo>
                  <a:pt x="663383" y="6398905"/>
                  <a:pt x="665720" y="6399260"/>
                  <a:pt x="668226" y="6399971"/>
                </a:cubicBezTo>
                <a:cubicBezTo>
                  <a:pt x="670733" y="6400683"/>
                  <a:pt x="672256" y="6401750"/>
                  <a:pt x="672798" y="6403172"/>
                </a:cubicBezTo>
                <a:lnTo>
                  <a:pt x="676049" y="6411605"/>
                </a:lnTo>
                <a:lnTo>
                  <a:pt x="682450" y="6411605"/>
                </a:lnTo>
                <a:lnTo>
                  <a:pt x="682450" y="6387526"/>
                </a:lnTo>
                <a:cubicBezTo>
                  <a:pt x="680080" y="6386442"/>
                  <a:pt x="677861" y="6385578"/>
                  <a:pt x="675795" y="6384935"/>
                </a:cubicBezTo>
                <a:cubicBezTo>
                  <a:pt x="673729" y="6384292"/>
                  <a:pt x="670800" y="6383969"/>
                  <a:pt x="667007" y="6383969"/>
                </a:cubicBezTo>
                <a:close/>
                <a:moveTo>
                  <a:pt x="1300432" y="6358570"/>
                </a:moveTo>
                <a:lnTo>
                  <a:pt x="1285599" y="6361719"/>
                </a:lnTo>
                <a:lnTo>
                  <a:pt x="1284786" y="6374622"/>
                </a:lnTo>
                <a:cubicBezTo>
                  <a:pt x="1284582" y="6378754"/>
                  <a:pt x="1283719" y="6381802"/>
                  <a:pt x="1282195" y="6383767"/>
                </a:cubicBezTo>
                <a:cubicBezTo>
                  <a:pt x="1280671" y="6385731"/>
                  <a:pt x="1278605" y="6387102"/>
                  <a:pt x="1275997" y="6387881"/>
                </a:cubicBezTo>
                <a:cubicBezTo>
                  <a:pt x="1273390" y="6388660"/>
                  <a:pt x="1270291" y="6389490"/>
                  <a:pt x="1266701" y="6390370"/>
                </a:cubicBezTo>
                <a:lnTo>
                  <a:pt x="1266701" y="6396162"/>
                </a:lnTo>
                <a:lnTo>
                  <a:pt x="1282855" y="6396162"/>
                </a:lnTo>
                <a:lnTo>
                  <a:pt x="1282855" y="6468806"/>
                </a:lnTo>
                <a:cubicBezTo>
                  <a:pt x="1282855" y="6473208"/>
                  <a:pt x="1283990" y="6476900"/>
                  <a:pt x="1286259" y="6479880"/>
                </a:cubicBezTo>
                <a:cubicBezTo>
                  <a:pt x="1288528" y="6482861"/>
                  <a:pt x="1291576" y="6485130"/>
                  <a:pt x="1295403" y="6486687"/>
                </a:cubicBezTo>
                <a:cubicBezTo>
                  <a:pt x="1299230" y="6488245"/>
                  <a:pt x="1303582" y="6489024"/>
                  <a:pt x="1308458" y="6489024"/>
                </a:cubicBezTo>
                <a:cubicBezTo>
                  <a:pt x="1312455" y="6489024"/>
                  <a:pt x="1316197" y="6488449"/>
                  <a:pt x="1319685" y="6487297"/>
                </a:cubicBezTo>
                <a:cubicBezTo>
                  <a:pt x="1323173" y="6486145"/>
                  <a:pt x="1326221" y="6484842"/>
                  <a:pt x="1328830" y="6483385"/>
                </a:cubicBezTo>
                <a:cubicBezTo>
                  <a:pt x="1331437" y="6481929"/>
                  <a:pt x="1333384" y="6480794"/>
                  <a:pt x="1334671" y="6479982"/>
                </a:cubicBezTo>
                <a:lnTo>
                  <a:pt x="1334671" y="6474089"/>
                </a:lnTo>
                <a:lnTo>
                  <a:pt x="1333249" y="6474089"/>
                </a:lnTo>
                <a:cubicBezTo>
                  <a:pt x="1332097" y="6474698"/>
                  <a:pt x="1330065" y="6475393"/>
                  <a:pt x="1327153" y="6476171"/>
                </a:cubicBezTo>
                <a:cubicBezTo>
                  <a:pt x="1324240" y="6476950"/>
                  <a:pt x="1321666" y="6477340"/>
                  <a:pt x="1319431" y="6477340"/>
                </a:cubicBezTo>
                <a:cubicBezTo>
                  <a:pt x="1317331" y="6477340"/>
                  <a:pt x="1314775" y="6476950"/>
                  <a:pt x="1311760" y="6476171"/>
                </a:cubicBezTo>
                <a:cubicBezTo>
                  <a:pt x="1308746" y="6475393"/>
                  <a:pt x="1306105" y="6474156"/>
                  <a:pt x="1303836" y="6472463"/>
                </a:cubicBezTo>
                <a:cubicBezTo>
                  <a:pt x="1301567" y="6470770"/>
                  <a:pt x="1300432" y="6468535"/>
                  <a:pt x="1300432" y="6465757"/>
                </a:cubicBezTo>
                <a:lnTo>
                  <a:pt x="1300432" y="6396162"/>
                </a:lnTo>
                <a:lnTo>
                  <a:pt x="1333351" y="6396162"/>
                </a:lnTo>
                <a:lnTo>
                  <a:pt x="1335890" y="6387424"/>
                </a:lnTo>
                <a:lnTo>
                  <a:pt x="1300432" y="6387424"/>
                </a:lnTo>
                <a:close/>
                <a:moveTo>
                  <a:pt x="1157557" y="6358570"/>
                </a:moveTo>
                <a:lnTo>
                  <a:pt x="1142724" y="6361719"/>
                </a:lnTo>
                <a:lnTo>
                  <a:pt x="1141911" y="6374622"/>
                </a:lnTo>
                <a:cubicBezTo>
                  <a:pt x="1141707" y="6378754"/>
                  <a:pt x="1140844" y="6381802"/>
                  <a:pt x="1139320" y="6383767"/>
                </a:cubicBezTo>
                <a:cubicBezTo>
                  <a:pt x="1137796" y="6385731"/>
                  <a:pt x="1135730" y="6387102"/>
                  <a:pt x="1133122" y="6387881"/>
                </a:cubicBezTo>
                <a:cubicBezTo>
                  <a:pt x="1130514" y="6388660"/>
                  <a:pt x="1127416" y="6389490"/>
                  <a:pt x="1123826" y="6390370"/>
                </a:cubicBezTo>
                <a:lnTo>
                  <a:pt x="1123826" y="6396162"/>
                </a:lnTo>
                <a:lnTo>
                  <a:pt x="1139980" y="6396162"/>
                </a:lnTo>
                <a:lnTo>
                  <a:pt x="1139980" y="6468806"/>
                </a:lnTo>
                <a:cubicBezTo>
                  <a:pt x="1139980" y="6473208"/>
                  <a:pt x="1141115" y="6476900"/>
                  <a:pt x="1143384" y="6479880"/>
                </a:cubicBezTo>
                <a:cubicBezTo>
                  <a:pt x="1145653" y="6482861"/>
                  <a:pt x="1148701" y="6485130"/>
                  <a:pt x="1152528" y="6486687"/>
                </a:cubicBezTo>
                <a:cubicBezTo>
                  <a:pt x="1156355" y="6488245"/>
                  <a:pt x="1160707" y="6489024"/>
                  <a:pt x="1165583" y="6489024"/>
                </a:cubicBezTo>
                <a:cubicBezTo>
                  <a:pt x="1169580" y="6489024"/>
                  <a:pt x="1173322" y="6488449"/>
                  <a:pt x="1176810" y="6487297"/>
                </a:cubicBezTo>
                <a:cubicBezTo>
                  <a:pt x="1180298" y="6486145"/>
                  <a:pt x="1183346" y="6484842"/>
                  <a:pt x="1185955" y="6483385"/>
                </a:cubicBezTo>
                <a:cubicBezTo>
                  <a:pt x="1188562" y="6481929"/>
                  <a:pt x="1190509" y="6480794"/>
                  <a:pt x="1191796" y="6479982"/>
                </a:cubicBezTo>
                <a:lnTo>
                  <a:pt x="1191796" y="6474089"/>
                </a:lnTo>
                <a:lnTo>
                  <a:pt x="1190374" y="6474089"/>
                </a:lnTo>
                <a:cubicBezTo>
                  <a:pt x="1189222" y="6474698"/>
                  <a:pt x="1187190" y="6475393"/>
                  <a:pt x="1184278" y="6476171"/>
                </a:cubicBezTo>
                <a:cubicBezTo>
                  <a:pt x="1181365" y="6476950"/>
                  <a:pt x="1178791" y="6477340"/>
                  <a:pt x="1176556" y="6477340"/>
                </a:cubicBezTo>
                <a:cubicBezTo>
                  <a:pt x="1174456" y="6477340"/>
                  <a:pt x="1171899" y="6476950"/>
                  <a:pt x="1168885" y="6476171"/>
                </a:cubicBezTo>
                <a:cubicBezTo>
                  <a:pt x="1165871" y="6475393"/>
                  <a:pt x="1163230" y="6474156"/>
                  <a:pt x="1160961" y="6472463"/>
                </a:cubicBezTo>
                <a:cubicBezTo>
                  <a:pt x="1158691" y="6470770"/>
                  <a:pt x="1157557" y="6468535"/>
                  <a:pt x="1157557" y="6465757"/>
                </a:cubicBezTo>
                <a:lnTo>
                  <a:pt x="1157557" y="6396162"/>
                </a:lnTo>
                <a:lnTo>
                  <a:pt x="1190476" y="6396162"/>
                </a:lnTo>
                <a:lnTo>
                  <a:pt x="1193015" y="6387424"/>
                </a:lnTo>
                <a:lnTo>
                  <a:pt x="1157557" y="6387424"/>
                </a:lnTo>
                <a:close/>
                <a:moveTo>
                  <a:pt x="2984147" y="6354404"/>
                </a:moveTo>
                <a:lnTo>
                  <a:pt x="2998066" y="6354404"/>
                </a:lnTo>
                <a:cubicBezTo>
                  <a:pt x="3008768" y="6354404"/>
                  <a:pt x="3017015" y="6356826"/>
                  <a:pt x="3022806" y="6361668"/>
                </a:cubicBezTo>
                <a:cubicBezTo>
                  <a:pt x="3028597" y="6366511"/>
                  <a:pt x="3031492" y="6374284"/>
                  <a:pt x="3031492" y="6384986"/>
                </a:cubicBezTo>
                <a:cubicBezTo>
                  <a:pt x="3031492" y="6390269"/>
                  <a:pt x="3030358" y="6395264"/>
                  <a:pt x="3028089" y="6399971"/>
                </a:cubicBezTo>
                <a:cubicBezTo>
                  <a:pt x="3025820" y="6404679"/>
                  <a:pt x="3022366" y="6408455"/>
                  <a:pt x="3017726" y="6411300"/>
                </a:cubicBezTo>
                <a:cubicBezTo>
                  <a:pt x="3013086" y="6414145"/>
                  <a:pt x="3007210" y="6415568"/>
                  <a:pt x="3000098" y="6415568"/>
                </a:cubicBezTo>
                <a:cubicBezTo>
                  <a:pt x="2998744" y="6415568"/>
                  <a:pt x="2996864" y="6415516"/>
                  <a:pt x="2994459" y="6415415"/>
                </a:cubicBezTo>
                <a:cubicBezTo>
                  <a:pt x="2992055" y="6415313"/>
                  <a:pt x="2989786" y="6415161"/>
                  <a:pt x="2987652" y="6414958"/>
                </a:cubicBezTo>
                <a:lnTo>
                  <a:pt x="2984147" y="6414352"/>
                </a:lnTo>
                <a:close/>
                <a:moveTo>
                  <a:pt x="517172" y="6354404"/>
                </a:moveTo>
                <a:lnTo>
                  <a:pt x="529872" y="6354404"/>
                </a:lnTo>
                <a:cubicBezTo>
                  <a:pt x="541116" y="6354404"/>
                  <a:pt x="549498" y="6356775"/>
                  <a:pt x="555018" y="6361516"/>
                </a:cubicBezTo>
                <a:cubicBezTo>
                  <a:pt x="560539" y="6366257"/>
                  <a:pt x="563299" y="6373979"/>
                  <a:pt x="563299" y="6384681"/>
                </a:cubicBezTo>
                <a:cubicBezTo>
                  <a:pt x="563299" y="6392809"/>
                  <a:pt x="560606" y="6399193"/>
                  <a:pt x="555221" y="6403832"/>
                </a:cubicBezTo>
                <a:cubicBezTo>
                  <a:pt x="549837" y="6408472"/>
                  <a:pt x="540337" y="6410792"/>
                  <a:pt x="526723" y="6410792"/>
                </a:cubicBezTo>
                <a:lnTo>
                  <a:pt x="517172" y="6410792"/>
                </a:lnTo>
                <a:close/>
                <a:moveTo>
                  <a:pt x="3694306" y="6351051"/>
                </a:moveTo>
                <a:cubicBezTo>
                  <a:pt x="3699995" y="6351051"/>
                  <a:pt x="3704567" y="6352812"/>
                  <a:pt x="3708022" y="6356335"/>
                </a:cubicBezTo>
                <a:cubicBezTo>
                  <a:pt x="3711476" y="6359856"/>
                  <a:pt x="3713203" y="6364801"/>
                  <a:pt x="3713203" y="6371168"/>
                </a:cubicBezTo>
                <a:cubicBezTo>
                  <a:pt x="3713203" y="6377535"/>
                  <a:pt x="3711882" y="6383496"/>
                  <a:pt x="3709241" y="6389049"/>
                </a:cubicBezTo>
                <a:cubicBezTo>
                  <a:pt x="3706599" y="6394604"/>
                  <a:pt x="3701485" y="6399548"/>
                  <a:pt x="3693899" y="6403883"/>
                </a:cubicBezTo>
                <a:cubicBezTo>
                  <a:pt x="3686787" y="6397110"/>
                  <a:pt x="3681877" y="6391420"/>
                  <a:pt x="3679167" y="6386815"/>
                </a:cubicBezTo>
                <a:cubicBezTo>
                  <a:pt x="3676458" y="6382209"/>
                  <a:pt x="3675103" y="6377129"/>
                  <a:pt x="3675103" y="6371574"/>
                </a:cubicBezTo>
                <a:cubicBezTo>
                  <a:pt x="3675103" y="6365817"/>
                  <a:pt x="3676949" y="6360957"/>
                  <a:pt x="3680640" y="6356995"/>
                </a:cubicBezTo>
                <a:cubicBezTo>
                  <a:pt x="3684332" y="6353032"/>
                  <a:pt x="3688887" y="6351051"/>
                  <a:pt x="3694306" y="6351051"/>
                </a:cubicBezTo>
                <a:close/>
                <a:moveTo>
                  <a:pt x="3842616" y="6346175"/>
                </a:moveTo>
                <a:lnTo>
                  <a:pt x="3842616" y="6351457"/>
                </a:lnTo>
                <a:lnTo>
                  <a:pt x="3857450" y="6354506"/>
                </a:lnTo>
                <a:cubicBezTo>
                  <a:pt x="3858737" y="6354776"/>
                  <a:pt x="3859820" y="6355437"/>
                  <a:pt x="3860701" y="6356487"/>
                </a:cubicBezTo>
                <a:cubicBezTo>
                  <a:pt x="3861582" y="6357537"/>
                  <a:pt x="3862022" y="6358841"/>
                  <a:pt x="3862022" y="6360398"/>
                </a:cubicBezTo>
                <a:lnTo>
                  <a:pt x="3862022" y="6467282"/>
                </a:lnTo>
                <a:cubicBezTo>
                  <a:pt x="3862022" y="6476561"/>
                  <a:pt x="3861870" y="6484588"/>
                  <a:pt x="3861564" y="6491361"/>
                </a:cubicBezTo>
                <a:cubicBezTo>
                  <a:pt x="3861260" y="6498134"/>
                  <a:pt x="3860464" y="6503180"/>
                  <a:pt x="3859177" y="6506499"/>
                </a:cubicBezTo>
                <a:cubicBezTo>
                  <a:pt x="3858432" y="6508464"/>
                  <a:pt x="3857145" y="6509987"/>
                  <a:pt x="3855316" y="6511071"/>
                </a:cubicBezTo>
                <a:cubicBezTo>
                  <a:pt x="3853488" y="6512155"/>
                  <a:pt x="3850846" y="6512697"/>
                  <a:pt x="3847391" y="6512697"/>
                </a:cubicBezTo>
                <a:cubicBezTo>
                  <a:pt x="3844750" y="6512697"/>
                  <a:pt x="3842074" y="6512291"/>
                  <a:pt x="3839365" y="6511477"/>
                </a:cubicBezTo>
                <a:cubicBezTo>
                  <a:pt x="3836656" y="6510665"/>
                  <a:pt x="3834031" y="6509632"/>
                  <a:pt x="3831491" y="6508379"/>
                </a:cubicBezTo>
                <a:cubicBezTo>
                  <a:pt x="3828951" y="6507126"/>
                  <a:pt x="3826564" y="6505856"/>
                  <a:pt x="3824328" y="6504569"/>
                </a:cubicBezTo>
                <a:lnTo>
                  <a:pt x="3821890" y="6504569"/>
                </a:lnTo>
                <a:lnTo>
                  <a:pt x="3818842" y="6522247"/>
                </a:lnTo>
                <a:cubicBezTo>
                  <a:pt x="3820603" y="6522992"/>
                  <a:pt x="3822601" y="6523687"/>
                  <a:pt x="3824836" y="6524330"/>
                </a:cubicBezTo>
                <a:cubicBezTo>
                  <a:pt x="3827071" y="6524974"/>
                  <a:pt x="3829272" y="6525482"/>
                  <a:pt x="3831440" y="6525854"/>
                </a:cubicBezTo>
                <a:cubicBezTo>
                  <a:pt x="3833608" y="6526226"/>
                  <a:pt x="3835470" y="6526413"/>
                  <a:pt x="3837028" y="6526413"/>
                </a:cubicBezTo>
                <a:cubicBezTo>
                  <a:pt x="3844953" y="6526413"/>
                  <a:pt x="3852251" y="6524245"/>
                  <a:pt x="3858923" y="6519911"/>
                </a:cubicBezTo>
                <a:cubicBezTo>
                  <a:pt x="3865595" y="6515575"/>
                  <a:pt x="3870946" y="6509344"/>
                  <a:pt x="3874976" y="6501216"/>
                </a:cubicBezTo>
                <a:cubicBezTo>
                  <a:pt x="3879006" y="6493088"/>
                  <a:pt x="3881021" y="6483301"/>
                  <a:pt x="3881021" y="6471854"/>
                </a:cubicBezTo>
                <a:lnTo>
                  <a:pt x="3881021" y="6360398"/>
                </a:lnTo>
                <a:cubicBezTo>
                  <a:pt x="3881021" y="6358908"/>
                  <a:pt x="3881461" y="6357622"/>
                  <a:pt x="3882342" y="6356537"/>
                </a:cubicBezTo>
                <a:cubicBezTo>
                  <a:pt x="3883222" y="6355454"/>
                  <a:pt x="3884306" y="6354776"/>
                  <a:pt x="3885593" y="6354506"/>
                </a:cubicBezTo>
                <a:lnTo>
                  <a:pt x="3898903" y="6351457"/>
                </a:lnTo>
                <a:lnTo>
                  <a:pt x="3898903" y="6346175"/>
                </a:lnTo>
                <a:close/>
                <a:moveTo>
                  <a:pt x="2947368" y="6346175"/>
                </a:moveTo>
                <a:lnTo>
                  <a:pt x="2947368" y="6351457"/>
                </a:lnTo>
                <a:lnTo>
                  <a:pt x="2960779" y="6354506"/>
                </a:lnTo>
                <a:cubicBezTo>
                  <a:pt x="2962066" y="6354776"/>
                  <a:pt x="2963150" y="6355437"/>
                  <a:pt x="2964030" y="6356487"/>
                </a:cubicBezTo>
                <a:cubicBezTo>
                  <a:pt x="2964911" y="6357537"/>
                  <a:pt x="2965351" y="6358841"/>
                  <a:pt x="2965351" y="6360398"/>
                </a:cubicBezTo>
                <a:lnTo>
                  <a:pt x="2965351" y="6472971"/>
                </a:lnTo>
                <a:cubicBezTo>
                  <a:pt x="2965351" y="6474462"/>
                  <a:pt x="2964911" y="6475714"/>
                  <a:pt x="2964030" y="6476731"/>
                </a:cubicBezTo>
                <a:cubicBezTo>
                  <a:pt x="2963150" y="6477746"/>
                  <a:pt x="2962066" y="6478424"/>
                  <a:pt x="2960779" y="6478763"/>
                </a:cubicBezTo>
                <a:lnTo>
                  <a:pt x="2947368" y="6481912"/>
                </a:lnTo>
                <a:lnTo>
                  <a:pt x="2947368" y="6487195"/>
                </a:lnTo>
                <a:lnTo>
                  <a:pt x="3003654" y="6487195"/>
                </a:lnTo>
                <a:lnTo>
                  <a:pt x="3003654" y="6481912"/>
                </a:lnTo>
                <a:lnTo>
                  <a:pt x="2988516" y="6478763"/>
                </a:lnTo>
                <a:cubicBezTo>
                  <a:pt x="2987094" y="6478492"/>
                  <a:pt x="2986010" y="6477848"/>
                  <a:pt x="2985264" y="6476832"/>
                </a:cubicBezTo>
                <a:cubicBezTo>
                  <a:pt x="2984520" y="6475816"/>
                  <a:pt x="2984147" y="6474529"/>
                  <a:pt x="2984147" y="6472971"/>
                </a:cubicBezTo>
                <a:lnTo>
                  <a:pt x="2984147" y="6421553"/>
                </a:lnTo>
                <a:lnTo>
                  <a:pt x="3001104" y="6424843"/>
                </a:lnTo>
                <a:lnTo>
                  <a:pt x="3036979" y="6474394"/>
                </a:lnTo>
                <a:cubicBezTo>
                  <a:pt x="3039214" y="6477442"/>
                  <a:pt x="3041144" y="6479914"/>
                  <a:pt x="3042770" y="6481811"/>
                </a:cubicBezTo>
                <a:cubicBezTo>
                  <a:pt x="3044396" y="6483707"/>
                  <a:pt x="3046360" y="6485078"/>
                  <a:pt x="3048663" y="6485925"/>
                </a:cubicBezTo>
                <a:cubicBezTo>
                  <a:pt x="3050966" y="6486772"/>
                  <a:pt x="3054183" y="6487195"/>
                  <a:pt x="3058315" y="6487195"/>
                </a:cubicBezTo>
                <a:lnTo>
                  <a:pt x="3080260" y="6487195"/>
                </a:lnTo>
                <a:lnTo>
                  <a:pt x="3080260" y="6481912"/>
                </a:lnTo>
                <a:lnTo>
                  <a:pt x="3068170" y="6479067"/>
                </a:lnTo>
                <a:cubicBezTo>
                  <a:pt x="3066545" y="6478661"/>
                  <a:pt x="3064733" y="6477611"/>
                  <a:pt x="3062734" y="6475918"/>
                </a:cubicBezTo>
                <a:cubicBezTo>
                  <a:pt x="3060736" y="6474224"/>
                  <a:pt x="3059128" y="6472565"/>
                  <a:pt x="3057909" y="6470939"/>
                </a:cubicBezTo>
                <a:lnTo>
                  <a:pt x="3019533" y="6420235"/>
                </a:lnTo>
                <a:lnTo>
                  <a:pt x="3033372" y="6414196"/>
                </a:lnTo>
                <a:cubicBezTo>
                  <a:pt x="3038486" y="6410978"/>
                  <a:pt x="3042787" y="6406626"/>
                  <a:pt x="3046275" y="6401140"/>
                </a:cubicBezTo>
                <a:cubicBezTo>
                  <a:pt x="3049764" y="6395654"/>
                  <a:pt x="3051508" y="6389049"/>
                  <a:pt x="3051508" y="6381328"/>
                </a:cubicBezTo>
                <a:cubicBezTo>
                  <a:pt x="3051508" y="6377061"/>
                  <a:pt x="3050796" y="6372861"/>
                  <a:pt x="3049374" y="6368730"/>
                </a:cubicBezTo>
                <a:cubicBezTo>
                  <a:pt x="3047952" y="6364598"/>
                  <a:pt x="3045378" y="6360839"/>
                  <a:pt x="3041653" y="6357452"/>
                </a:cubicBezTo>
                <a:cubicBezTo>
                  <a:pt x="3037927" y="6354065"/>
                  <a:pt x="3032712" y="6351339"/>
                  <a:pt x="3026006" y="6349273"/>
                </a:cubicBezTo>
                <a:cubicBezTo>
                  <a:pt x="3019300" y="6347207"/>
                  <a:pt x="3010698" y="6346175"/>
                  <a:pt x="3000200" y="6346175"/>
                </a:cubicBezTo>
                <a:close/>
                <a:moveTo>
                  <a:pt x="480393" y="6346175"/>
                </a:moveTo>
                <a:lnTo>
                  <a:pt x="480393" y="6351457"/>
                </a:lnTo>
                <a:lnTo>
                  <a:pt x="493804" y="6354506"/>
                </a:lnTo>
                <a:cubicBezTo>
                  <a:pt x="495091" y="6354776"/>
                  <a:pt x="496175" y="6355437"/>
                  <a:pt x="497055" y="6356487"/>
                </a:cubicBezTo>
                <a:cubicBezTo>
                  <a:pt x="497936" y="6357537"/>
                  <a:pt x="498376" y="6358841"/>
                  <a:pt x="498376" y="6360398"/>
                </a:cubicBezTo>
                <a:lnTo>
                  <a:pt x="498376" y="6472971"/>
                </a:lnTo>
                <a:cubicBezTo>
                  <a:pt x="498376" y="6474462"/>
                  <a:pt x="497936" y="6475714"/>
                  <a:pt x="497055" y="6476731"/>
                </a:cubicBezTo>
                <a:cubicBezTo>
                  <a:pt x="496175" y="6477746"/>
                  <a:pt x="495091" y="6478424"/>
                  <a:pt x="493804" y="6478763"/>
                </a:cubicBezTo>
                <a:lnTo>
                  <a:pt x="480393" y="6481912"/>
                </a:lnTo>
                <a:lnTo>
                  <a:pt x="480393" y="6487195"/>
                </a:lnTo>
                <a:lnTo>
                  <a:pt x="535460" y="6487195"/>
                </a:lnTo>
                <a:cubicBezTo>
                  <a:pt x="542369" y="6487195"/>
                  <a:pt x="549193" y="6486586"/>
                  <a:pt x="555933" y="6485366"/>
                </a:cubicBezTo>
                <a:cubicBezTo>
                  <a:pt x="562672" y="6484147"/>
                  <a:pt x="568785" y="6482030"/>
                  <a:pt x="574271" y="6479017"/>
                </a:cubicBezTo>
                <a:cubicBezTo>
                  <a:pt x="579758" y="6476002"/>
                  <a:pt x="584144" y="6471854"/>
                  <a:pt x="587429" y="6466570"/>
                </a:cubicBezTo>
                <a:cubicBezTo>
                  <a:pt x="590714" y="6461287"/>
                  <a:pt x="592356" y="6454616"/>
                  <a:pt x="592356" y="6446555"/>
                </a:cubicBezTo>
                <a:cubicBezTo>
                  <a:pt x="592356" y="6439782"/>
                  <a:pt x="590596" y="6433906"/>
                  <a:pt x="587073" y="6428928"/>
                </a:cubicBezTo>
                <a:cubicBezTo>
                  <a:pt x="583551" y="6423949"/>
                  <a:pt x="578810" y="6420054"/>
                  <a:pt x="572850" y="6417244"/>
                </a:cubicBezTo>
                <a:cubicBezTo>
                  <a:pt x="566889" y="6414433"/>
                  <a:pt x="560217" y="6412892"/>
                  <a:pt x="552834" y="6412621"/>
                </a:cubicBezTo>
                <a:lnTo>
                  <a:pt x="552834" y="6412519"/>
                </a:lnTo>
                <a:cubicBezTo>
                  <a:pt x="562046" y="6410081"/>
                  <a:pt x="569395" y="6405848"/>
                  <a:pt x="574881" y="6399819"/>
                </a:cubicBezTo>
                <a:cubicBezTo>
                  <a:pt x="580367" y="6393791"/>
                  <a:pt x="583111" y="6386340"/>
                  <a:pt x="583111" y="6377468"/>
                </a:cubicBezTo>
                <a:cubicBezTo>
                  <a:pt x="583111" y="6372049"/>
                  <a:pt x="581756" y="6366969"/>
                  <a:pt x="579047" y="6362227"/>
                </a:cubicBezTo>
                <a:cubicBezTo>
                  <a:pt x="576337" y="6357486"/>
                  <a:pt x="571325" y="6353625"/>
                  <a:pt x="564010" y="6350645"/>
                </a:cubicBezTo>
                <a:cubicBezTo>
                  <a:pt x="556695" y="6347665"/>
                  <a:pt x="546162" y="6346175"/>
                  <a:pt x="532412" y="6346175"/>
                </a:cubicBezTo>
                <a:close/>
                <a:moveTo>
                  <a:pt x="4245384" y="6343228"/>
                </a:moveTo>
                <a:cubicBezTo>
                  <a:pt x="4232514" y="6343228"/>
                  <a:pt x="4220932" y="6346310"/>
                  <a:pt x="4210637" y="6352474"/>
                </a:cubicBezTo>
                <a:cubicBezTo>
                  <a:pt x="4200341" y="6358637"/>
                  <a:pt x="4192213" y="6367273"/>
                  <a:pt x="4186253" y="6378381"/>
                </a:cubicBezTo>
                <a:cubicBezTo>
                  <a:pt x="4180292" y="6389490"/>
                  <a:pt x="4177312" y="6402359"/>
                  <a:pt x="4177312" y="6416990"/>
                </a:cubicBezTo>
                <a:cubicBezTo>
                  <a:pt x="4177312" y="6432162"/>
                  <a:pt x="4180106" y="6445217"/>
                  <a:pt x="4185694" y="6456156"/>
                </a:cubicBezTo>
                <a:cubicBezTo>
                  <a:pt x="4191282" y="6467095"/>
                  <a:pt x="4199156" y="6475494"/>
                  <a:pt x="4209316" y="6481353"/>
                </a:cubicBezTo>
                <a:cubicBezTo>
                  <a:pt x="4219476" y="6487212"/>
                  <a:pt x="4231431" y="6490141"/>
                  <a:pt x="4245181" y="6490141"/>
                </a:cubicBezTo>
                <a:cubicBezTo>
                  <a:pt x="4251954" y="6490141"/>
                  <a:pt x="4258507" y="6488990"/>
                  <a:pt x="4264840" y="6486687"/>
                </a:cubicBezTo>
                <a:cubicBezTo>
                  <a:pt x="4271174" y="6484384"/>
                  <a:pt x="4276964" y="6481540"/>
                  <a:pt x="4282214" y="6478153"/>
                </a:cubicBezTo>
                <a:cubicBezTo>
                  <a:pt x="4287463" y="6474766"/>
                  <a:pt x="4291950" y="6471515"/>
                  <a:pt x="4295676" y="6468399"/>
                </a:cubicBezTo>
                <a:lnTo>
                  <a:pt x="4295676" y="6458950"/>
                </a:lnTo>
                <a:lnTo>
                  <a:pt x="4293238" y="6458950"/>
                </a:lnTo>
                <a:cubicBezTo>
                  <a:pt x="4290190" y="6461592"/>
                  <a:pt x="4286752" y="6464318"/>
                  <a:pt x="4282925" y="6467129"/>
                </a:cubicBezTo>
                <a:cubicBezTo>
                  <a:pt x="4279098" y="6469940"/>
                  <a:pt x="4274560" y="6472328"/>
                  <a:pt x="4269311" y="6474292"/>
                </a:cubicBezTo>
                <a:cubicBezTo>
                  <a:pt x="4264062" y="6476256"/>
                  <a:pt x="4257881" y="6477238"/>
                  <a:pt x="4250769" y="6477238"/>
                </a:cubicBezTo>
                <a:cubicBezTo>
                  <a:pt x="4233836" y="6477238"/>
                  <a:pt x="4220830" y="6471904"/>
                  <a:pt x="4211754" y="6461236"/>
                </a:cubicBezTo>
                <a:cubicBezTo>
                  <a:pt x="4202678" y="6450568"/>
                  <a:pt x="4198140" y="6434634"/>
                  <a:pt x="4198140" y="6413434"/>
                </a:cubicBezTo>
                <a:cubicBezTo>
                  <a:pt x="4198140" y="6393181"/>
                  <a:pt x="4202102" y="6378009"/>
                  <a:pt x="4210027" y="6367917"/>
                </a:cubicBezTo>
                <a:cubicBezTo>
                  <a:pt x="4217952" y="6357825"/>
                  <a:pt x="4228112" y="6352778"/>
                  <a:pt x="4240507" y="6352778"/>
                </a:cubicBezTo>
                <a:cubicBezTo>
                  <a:pt x="4246061" y="6352778"/>
                  <a:pt x="4251852" y="6353608"/>
                  <a:pt x="4257881" y="6355268"/>
                </a:cubicBezTo>
                <a:cubicBezTo>
                  <a:pt x="4263909" y="6356927"/>
                  <a:pt x="4268989" y="6358908"/>
                  <a:pt x="4273121" y="6361211"/>
                </a:cubicBezTo>
                <a:cubicBezTo>
                  <a:pt x="4274272" y="6361889"/>
                  <a:pt x="4275204" y="6362515"/>
                  <a:pt x="4275915" y="6363091"/>
                </a:cubicBezTo>
                <a:cubicBezTo>
                  <a:pt x="4276626" y="6363667"/>
                  <a:pt x="4277117" y="6364327"/>
                  <a:pt x="4277388" y="6365072"/>
                </a:cubicBezTo>
                <a:lnTo>
                  <a:pt x="4283789" y="6384275"/>
                </a:lnTo>
                <a:lnTo>
                  <a:pt x="4290291" y="6384275"/>
                </a:lnTo>
                <a:lnTo>
                  <a:pt x="4290291" y="6351051"/>
                </a:lnTo>
                <a:cubicBezTo>
                  <a:pt x="4286633" y="6349832"/>
                  <a:pt x="4282163" y="6348630"/>
                  <a:pt x="4276880" y="6347444"/>
                </a:cubicBezTo>
                <a:cubicBezTo>
                  <a:pt x="4271597" y="6346259"/>
                  <a:pt x="4266178" y="6345260"/>
                  <a:pt x="4260624" y="6344447"/>
                </a:cubicBezTo>
                <a:cubicBezTo>
                  <a:pt x="4255070" y="6343635"/>
                  <a:pt x="4249990" y="6343228"/>
                  <a:pt x="4245384" y="6343228"/>
                </a:cubicBezTo>
                <a:close/>
                <a:moveTo>
                  <a:pt x="3694610" y="6343025"/>
                </a:moveTo>
                <a:cubicBezTo>
                  <a:pt x="3689124" y="6343025"/>
                  <a:pt x="3683502" y="6344295"/>
                  <a:pt x="3677745" y="6346835"/>
                </a:cubicBezTo>
                <a:cubicBezTo>
                  <a:pt x="3671988" y="6349375"/>
                  <a:pt x="3667144" y="6352965"/>
                  <a:pt x="3663216" y="6357604"/>
                </a:cubicBezTo>
                <a:cubicBezTo>
                  <a:pt x="3659287" y="6362244"/>
                  <a:pt x="3657323" y="6367781"/>
                  <a:pt x="3657323" y="6374216"/>
                </a:cubicBezTo>
                <a:cubicBezTo>
                  <a:pt x="3657323" y="6377806"/>
                  <a:pt x="3657797" y="6381311"/>
                  <a:pt x="3658746" y="6384732"/>
                </a:cubicBezTo>
                <a:cubicBezTo>
                  <a:pt x="3659694" y="6388152"/>
                  <a:pt x="3661641" y="6391928"/>
                  <a:pt x="3664588" y="6396060"/>
                </a:cubicBezTo>
                <a:cubicBezTo>
                  <a:pt x="3667534" y="6400192"/>
                  <a:pt x="3672022" y="6405102"/>
                  <a:pt x="3678050" y="6410792"/>
                </a:cubicBezTo>
                <a:lnTo>
                  <a:pt x="3655901" y="6425423"/>
                </a:lnTo>
                <a:cubicBezTo>
                  <a:pt x="3652853" y="6429080"/>
                  <a:pt x="3650279" y="6433500"/>
                  <a:pt x="3648179" y="6438681"/>
                </a:cubicBezTo>
                <a:cubicBezTo>
                  <a:pt x="3646080" y="6443863"/>
                  <a:pt x="3645030" y="6448689"/>
                  <a:pt x="3645030" y="6453159"/>
                </a:cubicBezTo>
                <a:cubicBezTo>
                  <a:pt x="3645030" y="6460881"/>
                  <a:pt x="3646909" y="6467519"/>
                  <a:pt x="3650668" y="6473073"/>
                </a:cubicBezTo>
                <a:cubicBezTo>
                  <a:pt x="3654428" y="6478627"/>
                  <a:pt x="3659406" y="6482894"/>
                  <a:pt x="3665604" y="6485874"/>
                </a:cubicBezTo>
                <a:cubicBezTo>
                  <a:pt x="3671801" y="6488855"/>
                  <a:pt x="3678524" y="6490345"/>
                  <a:pt x="3685771" y="6490345"/>
                </a:cubicBezTo>
                <a:cubicBezTo>
                  <a:pt x="3691799" y="6490345"/>
                  <a:pt x="3697489" y="6489414"/>
                  <a:pt x="3702840" y="6487551"/>
                </a:cubicBezTo>
                <a:cubicBezTo>
                  <a:pt x="3708191" y="6485688"/>
                  <a:pt x="3713305" y="6482979"/>
                  <a:pt x="3718182" y="6479423"/>
                </a:cubicBezTo>
                <a:cubicBezTo>
                  <a:pt x="3723058" y="6475867"/>
                  <a:pt x="3727664" y="6471583"/>
                  <a:pt x="3731999" y="6466570"/>
                </a:cubicBezTo>
                <a:lnTo>
                  <a:pt x="3739619" y="6474902"/>
                </a:lnTo>
                <a:cubicBezTo>
                  <a:pt x="3742735" y="6478221"/>
                  <a:pt x="3745258" y="6480778"/>
                  <a:pt x="3747188" y="6482572"/>
                </a:cubicBezTo>
                <a:cubicBezTo>
                  <a:pt x="3749119" y="6484367"/>
                  <a:pt x="3751219" y="6485587"/>
                  <a:pt x="3753488" y="6486230"/>
                </a:cubicBezTo>
                <a:cubicBezTo>
                  <a:pt x="3755757" y="6486874"/>
                  <a:pt x="3758856" y="6487195"/>
                  <a:pt x="3762784" y="6487195"/>
                </a:cubicBezTo>
                <a:lnTo>
                  <a:pt x="3783917" y="6487195"/>
                </a:lnTo>
                <a:lnTo>
                  <a:pt x="3783917" y="6481912"/>
                </a:lnTo>
                <a:lnTo>
                  <a:pt x="3771014" y="6478965"/>
                </a:lnTo>
                <a:cubicBezTo>
                  <a:pt x="3769252" y="6478492"/>
                  <a:pt x="3767238" y="6477306"/>
                  <a:pt x="3764968" y="6475410"/>
                </a:cubicBezTo>
                <a:cubicBezTo>
                  <a:pt x="3762699" y="6473513"/>
                  <a:pt x="3760854" y="6471887"/>
                  <a:pt x="3759431" y="6470533"/>
                </a:cubicBezTo>
                <a:lnTo>
                  <a:pt x="3742566" y="6453870"/>
                </a:lnTo>
                <a:cubicBezTo>
                  <a:pt x="3746359" y="6448722"/>
                  <a:pt x="3749864" y="6443592"/>
                  <a:pt x="3753081" y="6438478"/>
                </a:cubicBezTo>
                <a:cubicBezTo>
                  <a:pt x="3756298" y="6433364"/>
                  <a:pt x="3759499" y="6427556"/>
                  <a:pt x="3762682" y="6421054"/>
                </a:cubicBezTo>
                <a:cubicBezTo>
                  <a:pt x="3763495" y="6419496"/>
                  <a:pt x="3764410" y="6418158"/>
                  <a:pt x="3765426" y="6417041"/>
                </a:cubicBezTo>
                <a:cubicBezTo>
                  <a:pt x="3766442" y="6415923"/>
                  <a:pt x="3767627" y="6415195"/>
                  <a:pt x="3768982" y="6414856"/>
                </a:cubicBezTo>
                <a:lnTo>
                  <a:pt x="3780869" y="6412113"/>
                </a:lnTo>
                <a:lnTo>
                  <a:pt x="3780869" y="6406830"/>
                </a:lnTo>
                <a:lnTo>
                  <a:pt x="3731390" y="6406830"/>
                </a:lnTo>
                <a:lnTo>
                  <a:pt x="3731390" y="6412113"/>
                </a:lnTo>
                <a:lnTo>
                  <a:pt x="3749678" y="6416583"/>
                </a:lnTo>
                <a:cubicBezTo>
                  <a:pt x="3749610" y="6418344"/>
                  <a:pt x="3749119" y="6421003"/>
                  <a:pt x="3748204" y="6424559"/>
                </a:cubicBezTo>
                <a:cubicBezTo>
                  <a:pt x="3747290" y="6428115"/>
                  <a:pt x="3745918" y="6432010"/>
                  <a:pt x="3744090" y="6436243"/>
                </a:cubicBezTo>
                <a:cubicBezTo>
                  <a:pt x="3742261" y="6440476"/>
                  <a:pt x="3739958" y="6444523"/>
                  <a:pt x="3737181" y="6448384"/>
                </a:cubicBezTo>
                <a:lnTo>
                  <a:pt x="3699182" y="6409674"/>
                </a:lnTo>
                <a:lnTo>
                  <a:pt x="3721839" y="6395247"/>
                </a:lnTo>
                <a:cubicBezTo>
                  <a:pt x="3724142" y="6392132"/>
                  <a:pt x="3726090" y="6388423"/>
                  <a:pt x="3727681" y="6384122"/>
                </a:cubicBezTo>
                <a:cubicBezTo>
                  <a:pt x="3729273" y="6379821"/>
                  <a:pt x="3730069" y="6375198"/>
                  <a:pt x="3730069" y="6370253"/>
                </a:cubicBezTo>
                <a:cubicBezTo>
                  <a:pt x="3730069" y="6365038"/>
                  <a:pt x="3728528" y="6360381"/>
                  <a:pt x="3725446" y="6356284"/>
                </a:cubicBezTo>
                <a:cubicBezTo>
                  <a:pt x="3722364" y="6352186"/>
                  <a:pt x="3718148" y="6348951"/>
                  <a:pt x="3712797" y="6346581"/>
                </a:cubicBezTo>
                <a:cubicBezTo>
                  <a:pt x="3707446" y="6344210"/>
                  <a:pt x="3701384" y="6343025"/>
                  <a:pt x="3694610" y="6343025"/>
                </a:cubicBezTo>
                <a:close/>
                <a:moveTo>
                  <a:pt x="2208914" y="6343025"/>
                </a:moveTo>
                <a:cubicBezTo>
                  <a:pt x="2200379" y="6343025"/>
                  <a:pt x="2192692" y="6344854"/>
                  <a:pt x="2185850" y="6348511"/>
                </a:cubicBezTo>
                <a:cubicBezTo>
                  <a:pt x="2179009" y="6352169"/>
                  <a:pt x="2173608" y="6357130"/>
                  <a:pt x="2169645" y="6363396"/>
                </a:cubicBezTo>
                <a:cubicBezTo>
                  <a:pt x="2165683" y="6369661"/>
                  <a:pt x="2163702" y="6376654"/>
                  <a:pt x="2163702" y="6384376"/>
                </a:cubicBezTo>
                <a:cubicBezTo>
                  <a:pt x="2163702" y="6392572"/>
                  <a:pt x="2165835" y="6399565"/>
                  <a:pt x="2170102" y="6405357"/>
                </a:cubicBezTo>
                <a:cubicBezTo>
                  <a:pt x="2174370" y="6411147"/>
                  <a:pt x="2180330" y="6415601"/>
                  <a:pt x="2187984" y="6418717"/>
                </a:cubicBezTo>
                <a:cubicBezTo>
                  <a:pt x="2193064" y="6420749"/>
                  <a:pt x="2198195" y="6422358"/>
                  <a:pt x="2203376" y="6423543"/>
                </a:cubicBezTo>
                <a:cubicBezTo>
                  <a:pt x="2208558" y="6424728"/>
                  <a:pt x="2213756" y="6426405"/>
                  <a:pt x="2218972" y="6428572"/>
                </a:cubicBezTo>
                <a:cubicBezTo>
                  <a:pt x="2224797" y="6431078"/>
                  <a:pt x="2229420" y="6434295"/>
                  <a:pt x="2232840" y="6438224"/>
                </a:cubicBezTo>
                <a:cubicBezTo>
                  <a:pt x="2236261" y="6442153"/>
                  <a:pt x="2237971" y="6447232"/>
                  <a:pt x="2237971" y="6453464"/>
                </a:cubicBezTo>
                <a:cubicBezTo>
                  <a:pt x="2237971" y="6462134"/>
                  <a:pt x="2235330" y="6468839"/>
                  <a:pt x="2230046" y="6473581"/>
                </a:cubicBezTo>
                <a:cubicBezTo>
                  <a:pt x="2224763" y="6478322"/>
                  <a:pt x="2217651" y="6480693"/>
                  <a:pt x="2208710" y="6480693"/>
                </a:cubicBezTo>
                <a:cubicBezTo>
                  <a:pt x="2206001" y="6480693"/>
                  <a:pt x="2202834" y="6480253"/>
                  <a:pt x="2199211" y="6479372"/>
                </a:cubicBezTo>
                <a:cubicBezTo>
                  <a:pt x="2195587" y="6478492"/>
                  <a:pt x="2191896" y="6477256"/>
                  <a:pt x="2188136" y="6475664"/>
                </a:cubicBezTo>
                <a:cubicBezTo>
                  <a:pt x="2184377" y="6474072"/>
                  <a:pt x="2180940" y="6472294"/>
                  <a:pt x="2177824" y="6470330"/>
                </a:cubicBezTo>
                <a:cubicBezTo>
                  <a:pt x="2177079" y="6469855"/>
                  <a:pt x="2176215" y="6469093"/>
                  <a:pt x="2175233" y="6468043"/>
                </a:cubicBezTo>
                <a:cubicBezTo>
                  <a:pt x="2174251" y="6466994"/>
                  <a:pt x="2173591" y="6466063"/>
                  <a:pt x="2173252" y="6465249"/>
                </a:cubicBezTo>
                <a:lnTo>
                  <a:pt x="2165835" y="6444828"/>
                </a:lnTo>
                <a:lnTo>
                  <a:pt x="2159333" y="6444828"/>
                </a:lnTo>
                <a:lnTo>
                  <a:pt x="2161466" y="6481404"/>
                </a:lnTo>
                <a:cubicBezTo>
                  <a:pt x="2166275" y="6482894"/>
                  <a:pt x="2171118" y="6484334"/>
                  <a:pt x="2175995" y="6485722"/>
                </a:cubicBezTo>
                <a:cubicBezTo>
                  <a:pt x="2180872" y="6487111"/>
                  <a:pt x="2185630" y="6488245"/>
                  <a:pt x="2190270" y="6489126"/>
                </a:cubicBezTo>
                <a:cubicBezTo>
                  <a:pt x="2194910" y="6490006"/>
                  <a:pt x="2199262" y="6490447"/>
                  <a:pt x="2203326" y="6490447"/>
                </a:cubicBezTo>
                <a:cubicBezTo>
                  <a:pt x="2215721" y="6490447"/>
                  <a:pt x="2225762" y="6488279"/>
                  <a:pt x="2233450" y="6483944"/>
                </a:cubicBezTo>
                <a:cubicBezTo>
                  <a:pt x="2241138" y="6479609"/>
                  <a:pt x="2246760" y="6474089"/>
                  <a:pt x="2250316" y="6467383"/>
                </a:cubicBezTo>
                <a:cubicBezTo>
                  <a:pt x="2253872" y="6460678"/>
                  <a:pt x="2255650" y="6453735"/>
                  <a:pt x="2255650" y="6446555"/>
                </a:cubicBezTo>
                <a:cubicBezTo>
                  <a:pt x="2255650" y="6439782"/>
                  <a:pt x="2254396" y="6434194"/>
                  <a:pt x="2251890" y="6429791"/>
                </a:cubicBezTo>
                <a:cubicBezTo>
                  <a:pt x="2249384" y="6425388"/>
                  <a:pt x="2246201" y="6421799"/>
                  <a:pt x="2242340" y="6419021"/>
                </a:cubicBezTo>
                <a:cubicBezTo>
                  <a:pt x="2238479" y="6416245"/>
                  <a:pt x="2234415" y="6413976"/>
                  <a:pt x="2230148" y="6412214"/>
                </a:cubicBezTo>
                <a:cubicBezTo>
                  <a:pt x="2224458" y="6409911"/>
                  <a:pt x="2219209" y="6408117"/>
                  <a:pt x="2214400" y="6406830"/>
                </a:cubicBezTo>
                <a:cubicBezTo>
                  <a:pt x="2209591" y="6405543"/>
                  <a:pt x="2204680" y="6404019"/>
                  <a:pt x="2199668" y="6402258"/>
                </a:cubicBezTo>
                <a:cubicBezTo>
                  <a:pt x="2191946" y="6399413"/>
                  <a:pt x="2186782" y="6395535"/>
                  <a:pt x="2184174" y="6390624"/>
                </a:cubicBezTo>
                <a:cubicBezTo>
                  <a:pt x="2181566" y="6385714"/>
                  <a:pt x="2180262" y="6380481"/>
                  <a:pt x="2180262" y="6374927"/>
                </a:cubicBezTo>
                <a:cubicBezTo>
                  <a:pt x="2180262" y="6368492"/>
                  <a:pt x="2182599" y="6363192"/>
                  <a:pt x="2187273" y="6359027"/>
                </a:cubicBezTo>
                <a:cubicBezTo>
                  <a:pt x="2191946" y="6354861"/>
                  <a:pt x="2198415" y="6352778"/>
                  <a:pt x="2206678" y="6352778"/>
                </a:cubicBezTo>
                <a:cubicBezTo>
                  <a:pt x="2208914" y="6352778"/>
                  <a:pt x="2211538" y="6353049"/>
                  <a:pt x="2214552" y="6353591"/>
                </a:cubicBezTo>
                <a:cubicBezTo>
                  <a:pt x="2217566" y="6354133"/>
                  <a:pt x="2220530" y="6354929"/>
                  <a:pt x="2223442" y="6355979"/>
                </a:cubicBezTo>
                <a:cubicBezTo>
                  <a:pt x="2226355" y="6357029"/>
                  <a:pt x="2228827" y="6358299"/>
                  <a:pt x="2230859" y="6359789"/>
                </a:cubicBezTo>
                <a:cubicBezTo>
                  <a:pt x="2231604" y="6360331"/>
                  <a:pt x="2232434" y="6361025"/>
                  <a:pt x="2233348" y="6361871"/>
                </a:cubicBezTo>
                <a:cubicBezTo>
                  <a:pt x="2234263" y="6362718"/>
                  <a:pt x="2234889" y="6363650"/>
                  <a:pt x="2235228" y="6364665"/>
                </a:cubicBezTo>
                <a:lnTo>
                  <a:pt x="2241730" y="6383665"/>
                </a:lnTo>
                <a:lnTo>
                  <a:pt x="2248233" y="6383665"/>
                </a:lnTo>
                <a:lnTo>
                  <a:pt x="2248233" y="6349832"/>
                </a:lnTo>
                <a:cubicBezTo>
                  <a:pt x="2244372" y="6348613"/>
                  <a:pt x="2240325" y="6347496"/>
                  <a:pt x="2236092" y="6346479"/>
                </a:cubicBezTo>
                <a:cubicBezTo>
                  <a:pt x="2231858" y="6345463"/>
                  <a:pt x="2227473" y="6344633"/>
                  <a:pt x="2222934" y="6343990"/>
                </a:cubicBezTo>
                <a:cubicBezTo>
                  <a:pt x="2218396" y="6343346"/>
                  <a:pt x="2213723" y="6343025"/>
                  <a:pt x="2208914" y="6343025"/>
                </a:cubicBezTo>
                <a:close/>
                <a:moveTo>
                  <a:pt x="3332686" y="6336726"/>
                </a:moveTo>
                <a:cubicBezTo>
                  <a:pt x="3329231" y="6336726"/>
                  <a:pt x="3326251" y="6337911"/>
                  <a:pt x="3323745" y="6340281"/>
                </a:cubicBezTo>
                <a:cubicBezTo>
                  <a:pt x="3321239" y="6342652"/>
                  <a:pt x="3319986" y="6345633"/>
                  <a:pt x="3319986" y="6349222"/>
                </a:cubicBezTo>
                <a:cubicBezTo>
                  <a:pt x="3319986" y="6351593"/>
                  <a:pt x="3320562" y="6353710"/>
                  <a:pt x="3321713" y="6355572"/>
                </a:cubicBezTo>
                <a:cubicBezTo>
                  <a:pt x="3322864" y="6357435"/>
                  <a:pt x="3324406" y="6358908"/>
                  <a:pt x="3326336" y="6359992"/>
                </a:cubicBezTo>
                <a:cubicBezTo>
                  <a:pt x="3328266" y="6361076"/>
                  <a:pt x="3330383" y="6361618"/>
                  <a:pt x="3332686" y="6361618"/>
                </a:cubicBezTo>
                <a:cubicBezTo>
                  <a:pt x="3335124" y="6361618"/>
                  <a:pt x="3337326" y="6361076"/>
                  <a:pt x="3339290" y="6359992"/>
                </a:cubicBezTo>
                <a:cubicBezTo>
                  <a:pt x="3341254" y="6358908"/>
                  <a:pt x="3342812" y="6357418"/>
                  <a:pt x="3343964" y="6355522"/>
                </a:cubicBezTo>
                <a:cubicBezTo>
                  <a:pt x="3345115" y="6353625"/>
                  <a:pt x="3345690" y="6351457"/>
                  <a:pt x="3345690" y="6349019"/>
                </a:cubicBezTo>
                <a:cubicBezTo>
                  <a:pt x="3345690" y="6345497"/>
                  <a:pt x="3344438" y="6342568"/>
                  <a:pt x="3341932" y="6340231"/>
                </a:cubicBezTo>
                <a:cubicBezTo>
                  <a:pt x="3339425" y="6337894"/>
                  <a:pt x="3336344" y="6336726"/>
                  <a:pt x="3332686" y="6336726"/>
                </a:cubicBezTo>
                <a:close/>
                <a:moveTo>
                  <a:pt x="4340228" y="6333068"/>
                </a:moveTo>
                <a:lnTo>
                  <a:pt x="4306801" y="6339774"/>
                </a:lnTo>
                <a:lnTo>
                  <a:pt x="4306801" y="6343329"/>
                </a:lnTo>
                <a:lnTo>
                  <a:pt x="4316758" y="6347089"/>
                </a:lnTo>
                <a:cubicBezTo>
                  <a:pt x="4318858" y="6347902"/>
                  <a:pt x="4320365" y="6348867"/>
                  <a:pt x="4321279" y="6349984"/>
                </a:cubicBezTo>
                <a:cubicBezTo>
                  <a:pt x="4322194" y="6351102"/>
                  <a:pt x="4322651" y="6352541"/>
                  <a:pt x="4322651" y="6354303"/>
                </a:cubicBezTo>
                <a:lnTo>
                  <a:pt x="4322651" y="6473784"/>
                </a:lnTo>
                <a:cubicBezTo>
                  <a:pt x="4322651" y="6475274"/>
                  <a:pt x="4322261" y="6476477"/>
                  <a:pt x="4321482" y="6477391"/>
                </a:cubicBezTo>
                <a:cubicBezTo>
                  <a:pt x="4320703" y="6478305"/>
                  <a:pt x="4319602" y="6478965"/>
                  <a:pt x="4318180" y="6479372"/>
                </a:cubicBezTo>
                <a:lnTo>
                  <a:pt x="4307004" y="6482115"/>
                </a:lnTo>
                <a:lnTo>
                  <a:pt x="4307004" y="6487195"/>
                </a:lnTo>
                <a:lnTo>
                  <a:pt x="4354452" y="6487195"/>
                </a:lnTo>
                <a:lnTo>
                  <a:pt x="4354452" y="6482115"/>
                </a:lnTo>
                <a:lnTo>
                  <a:pt x="4344698" y="6479372"/>
                </a:lnTo>
                <a:cubicBezTo>
                  <a:pt x="4343411" y="6478965"/>
                  <a:pt x="4342344" y="6478305"/>
                  <a:pt x="4341498" y="6477391"/>
                </a:cubicBezTo>
                <a:cubicBezTo>
                  <a:pt x="4340651" y="6476477"/>
                  <a:pt x="4340228" y="6475240"/>
                  <a:pt x="4340228" y="6473683"/>
                </a:cubicBezTo>
                <a:lnTo>
                  <a:pt x="4340228" y="6406728"/>
                </a:lnTo>
                <a:cubicBezTo>
                  <a:pt x="4343276" y="6402867"/>
                  <a:pt x="4347052" y="6400124"/>
                  <a:pt x="4351556" y="6398498"/>
                </a:cubicBezTo>
                <a:cubicBezTo>
                  <a:pt x="4356060" y="6396873"/>
                  <a:pt x="4360412" y="6396060"/>
                  <a:pt x="4364612" y="6396060"/>
                </a:cubicBezTo>
                <a:cubicBezTo>
                  <a:pt x="4370911" y="6396060"/>
                  <a:pt x="4375652" y="6397296"/>
                  <a:pt x="4378836" y="6399768"/>
                </a:cubicBezTo>
                <a:cubicBezTo>
                  <a:pt x="4382019" y="6402240"/>
                  <a:pt x="4384170" y="6405712"/>
                  <a:pt x="4385287" y="6410182"/>
                </a:cubicBezTo>
                <a:cubicBezTo>
                  <a:pt x="4386405" y="6414653"/>
                  <a:pt x="4386964" y="6419970"/>
                  <a:pt x="4386964" y="6426134"/>
                </a:cubicBezTo>
                <a:lnTo>
                  <a:pt x="4386964" y="6473276"/>
                </a:lnTo>
                <a:cubicBezTo>
                  <a:pt x="4386964" y="6474969"/>
                  <a:pt x="4386540" y="6476324"/>
                  <a:pt x="4385694" y="6477340"/>
                </a:cubicBezTo>
                <a:cubicBezTo>
                  <a:pt x="4384847" y="6478356"/>
                  <a:pt x="4383814" y="6479033"/>
                  <a:pt x="4382595" y="6479372"/>
                </a:cubicBezTo>
                <a:lnTo>
                  <a:pt x="4371520" y="6482115"/>
                </a:lnTo>
                <a:lnTo>
                  <a:pt x="4371520" y="6487195"/>
                </a:lnTo>
                <a:lnTo>
                  <a:pt x="4419069" y="6487195"/>
                </a:lnTo>
                <a:lnTo>
                  <a:pt x="4419069" y="6482115"/>
                </a:lnTo>
                <a:lnTo>
                  <a:pt x="4409011" y="6479372"/>
                </a:lnTo>
                <a:cubicBezTo>
                  <a:pt x="4407791" y="6478965"/>
                  <a:pt x="4406742" y="6478271"/>
                  <a:pt x="4405861" y="6477289"/>
                </a:cubicBezTo>
                <a:cubicBezTo>
                  <a:pt x="4404980" y="6476307"/>
                  <a:pt x="4404540" y="6474969"/>
                  <a:pt x="4404540" y="6473276"/>
                </a:cubicBezTo>
                <a:lnTo>
                  <a:pt x="4404540" y="6419327"/>
                </a:lnTo>
                <a:cubicBezTo>
                  <a:pt x="4404540" y="6410995"/>
                  <a:pt x="4403101" y="6404222"/>
                  <a:pt x="4400222" y="6399006"/>
                </a:cubicBezTo>
                <a:cubicBezTo>
                  <a:pt x="4397344" y="6393791"/>
                  <a:pt x="4393449" y="6389981"/>
                  <a:pt x="4388538" y="6387576"/>
                </a:cubicBezTo>
                <a:cubicBezTo>
                  <a:pt x="4383628" y="6385172"/>
                  <a:pt x="4378226" y="6383969"/>
                  <a:pt x="4372333" y="6383969"/>
                </a:cubicBezTo>
                <a:cubicBezTo>
                  <a:pt x="4368879" y="6383969"/>
                  <a:pt x="4365407" y="6384376"/>
                  <a:pt x="4361919" y="6385189"/>
                </a:cubicBezTo>
                <a:cubicBezTo>
                  <a:pt x="4358431" y="6386002"/>
                  <a:pt x="4354909" y="6387627"/>
                  <a:pt x="4351353" y="6390066"/>
                </a:cubicBezTo>
                <a:cubicBezTo>
                  <a:pt x="4347797" y="6392504"/>
                  <a:pt x="4344088" y="6396297"/>
                  <a:pt x="4340228" y="6401445"/>
                </a:cubicBezTo>
                <a:lnTo>
                  <a:pt x="4340228" y="6396060"/>
                </a:lnTo>
                <a:close/>
                <a:moveTo>
                  <a:pt x="2301878" y="6333068"/>
                </a:moveTo>
                <a:lnTo>
                  <a:pt x="2268451" y="6339774"/>
                </a:lnTo>
                <a:lnTo>
                  <a:pt x="2268451" y="6343329"/>
                </a:lnTo>
                <a:lnTo>
                  <a:pt x="2278408" y="6347089"/>
                </a:lnTo>
                <a:cubicBezTo>
                  <a:pt x="2280508" y="6347902"/>
                  <a:pt x="2282015" y="6348867"/>
                  <a:pt x="2282929" y="6349984"/>
                </a:cubicBezTo>
                <a:cubicBezTo>
                  <a:pt x="2283844" y="6351102"/>
                  <a:pt x="2284301" y="6352541"/>
                  <a:pt x="2284301" y="6354303"/>
                </a:cubicBezTo>
                <a:lnTo>
                  <a:pt x="2284301" y="6473784"/>
                </a:lnTo>
                <a:cubicBezTo>
                  <a:pt x="2284301" y="6475274"/>
                  <a:pt x="2283911" y="6476477"/>
                  <a:pt x="2283132" y="6477391"/>
                </a:cubicBezTo>
                <a:cubicBezTo>
                  <a:pt x="2282354" y="6478305"/>
                  <a:pt x="2281253" y="6478965"/>
                  <a:pt x="2279830" y="6479372"/>
                </a:cubicBezTo>
                <a:lnTo>
                  <a:pt x="2268654" y="6482115"/>
                </a:lnTo>
                <a:lnTo>
                  <a:pt x="2268654" y="6487195"/>
                </a:lnTo>
                <a:lnTo>
                  <a:pt x="2316102" y="6487195"/>
                </a:lnTo>
                <a:lnTo>
                  <a:pt x="2316102" y="6482115"/>
                </a:lnTo>
                <a:lnTo>
                  <a:pt x="2306348" y="6479372"/>
                </a:lnTo>
                <a:cubicBezTo>
                  <a:pt x="2305061" y="6478965"/>
                  <a:pt x="2303994" y="6478305"/>
                  <a:pt x="2303148" y="6477391"/>
                </a:cubicBezTo>
                <a:cubicBezTo>
                  <a:pt x="2302301" y="6476477"/>
                  <a:pt x="2301878" y="6475240"/>
                  <a:pt x="2301878" y="6473683"/>
                </a:cubicBezTo>
                <a:lnTo>
                  <a:pt x="2301878" y="6406728"/>
                </a:lnTo>
                <a:cubicBezTo>
                  <a:pt x="2304926" y="6402867"/>
                  <a:pt x="2308702" y="6400124"/>
                  <a:pt x="2313206" y="6398498"/>
                </a:cubicBezTo>
                <a:cubicBezTo>
                  <a:pt x="2317710" y="6396873"/>
                  <a:pt x="2322062" y="6396060"/>
                  <a:pt x="2326262" y="6396060"/>
                </a:cubicBezTo>
                <a:cubicBezTo>
                  <a:pt x="2332561" y="6396060"/>
                  <a:pt x="2337302" y="6397296"/>
                  <a:pt x="2340486" y="6399768"/>
                </a:cubicBezTo>
                <a:cubicBezTo>
                  <a:pt x="2343669" y="6402240"/>
                  <a:pt x="2345820" y="6405712"/>
                  <a:pt x="2346937" y="6410182"/>
                </a:cubicBezTo>
                <a:cubicBezTo>
                  <a:pt x="2348055" y="6414653"/>
                  <a:pt x="2348614" y="6419970"/>
                  <a:pt x="2348614" y="6426134"/>
                </a:cubicBezTo>
                <a:lnTo>
                  <a:pt x="2348614" y="6473276"/>
                </a:lnTo>
                <a:cubicBezTo>
                  <a:pt x="2348614" y="6474969"/>
                  <a:pt x="2348190" y="6476324"/>
                  <a:pt x="2347344" y="6477340"/>
                </a:cubicBezTo>
                <a:cubicBezTo>
                  <a:pt x="2346497" y="6478356"/>
                  <a:pt x="2345464" y="6479033"/>
                  <a:pt x="2344245" y="6479372"/>
                </a:cubicBezTo>
                <a:lnTo>
                  <a:pt x="2333170" y="6482115"/>
                </a:lnTo>
                <a:lnTo>
                  <a:pt x="2333170" y="6487195"/>
                </a:lnTo>
                <a:lnTo>
                  <a:pt x="2380719" y="6487195"/>
                </a:lnTo>
                <a:lnTo>
                  <a:pt x="2380719" y="6482115"/>
                </a:lnTo>
                <a:lnTo>
                  <a:pt x="2370661" y="6479372"/>
                </a:lnTo>
                <a:cubicBezTo>
                  <a:pt x="2369442" y="6478965"/>
                  <a:pt x="2368392" y="6478271"/>
                  <a:pt x="2367511" y="6477289"/>
                </a:cubicBezTo>
                <a:cubicBezTo>
                  <a:pt x="2366631" y="6476307"/>
                  <a:pt x="2366190" y="6474969"/>
                  <a:pt x="2366190" y="6473276"/>
                </a:cubicBezTo>
                <a:lnTo>
                  <a:pt x="2366190" y="6419327"/>
                </a:lnTo>
                <a:cubicBezTo>
                  <a:pt x="2366190" y="6410995"/>
                  <a:pt x="2364751" y="6404222"/>
                  <a:pt x="2361872" y="6399006"/>
                </a:cubicBezTo>
                <a:cubicBezTo>
                  <a:pt x="2358994" y="6393791"/>
                  <a:pt x="2355099" y="6389981"/>
                  <a:pt x="2350188" y="6387576"/>
                </a:cubicBezTo>
                <a:cubicBezTo>
                  <a:pt x="2345278" y="6385172"/>
                  <a:pt x="2339876" y="6383969"/>
                  <a:pt x="2333983" y="6383969"/>
                </a:cubicBezTo>
                <a:cubicBezTo>
                  <a:pt x="2330529" y="6383969"/>
                  <a:pt x="2327058" y="6384376"/>
                  <a:pt x="2323569" y="6385189"/>
                </a:cubicBezTo>
                <a:cubicBezTo>
                  <a:pt x="2320081" y="6386002"/>
                  <a:pt x="2316559" y="6387627"/>
                  <a:pt x="2313003" y="6390066"/>
                </a:cubicBezTo>
                <a:cubicBezTo>
                  <a:pt x="2309447" y="6392504"/>
                  <a:pt x="2305738" y="6396297"/>
                  <a:pt x="2301878" y="6401445"/>
                </a:cubicBezTo>
                <a:lnTo>
                  <a:pt x="2301878" y="6396060"/>
                </a:lnTo>
                <a:close/>
                <a:moveTo>
                  <a:pt x="1908914" y="6333068"/>
                </a:moveTo>
                <a:lnTo>
                  <a:pt x="1875386" y="6339774"/>
                </a:lnTo>
                <a:lnTo>
                  <a:pt x="1875386" y="6343329"/>
                </a:lnTo>
                <a:lnTo>
                  <a:pt x="1885343" y="6347089"/>
                </a:lnTo>
                <a:cubicBezTo>
                  <a:pt x="1887443" y="6347834"/>
                  <a:pt x="1888967" y="6348782"/>
                  <a:pt x="1889915" y="6349934"/>
                </a:cubicBezTo>
                <a:cubicBezTo>
                  <a:pt x="1890863" y="6351085"/>
                  <a:pt x="1891337" y="6352541"/>
                  <a:pt x="1891337" y="6354303"/>
                </a:cubicBezTo>
                <a:lnTo>
                  <a:pt x="1891337" y="6480693"/>
                </a:lnTo>
                <a:cubicBezTo>
                  <a:pt x="1898178" y="6484418"/>
                  <a:pt x="1904986" y="6486891"/>
                  <a:pt x="1911759" y="6488110"/>
                </a:cubicBezTo>
                <a:cubicBezTo>
                  <a:pt x="1918532" y="6489329"/>
                  <a:pt x="1924967" y="6489939"/>
                  <a:pt x="1931063" y="6489939"/>
                </a:cubicBezTo>
                <a:cubicBezTo>
                  <a:pt x="1941562" y="6489939"/>
                  <a:pt x="1950486" y="6487399"/>
                  <a:pt x="1957835" y="6482319"/>
                </a:cubicBezTo>
                <a:cubicBezTo>
                  <a:pt x="1965184" y="6477238"/>
                  <a:pt x="1970806" y="6470397"/>
                  <a:pt x="1974700" y="6461796"/>
                </a:cubicBezTo>
                <a:cubicBezTo>
                  <a:pt x="1978595" y="6453193"/>
                  <a:pt x="1980542" y="6443643"/>
                  <a:pt x="1980542" y="6433144"/>
                </a:cubicBezTo>
                <a:cubicBezTo>
                  <a:pt x="1980542" y="6423526"/>
                  <a:pt x="1978967" y="6415043"/>
                  <a:pt x="1975818" y="6407693"/>
                </a:cubicBezTo>
                <a:cubicBezTo>
                  <a:pt x="1972668" y="6400344"/>
                  <a:pt x="1968164" y="6394553"/>
                  <a:pt x="1962305" y="6390320"/>
                </a:cubicBezTo>
                <a:cubicBezTo>
                  <a:pt x="1956446" y="6386086"/>
                  <a:pt x="1949351" y="6383969"/>
                  <a:pt x="1941020" y="6383969"/>
                </a:cubicBezTo>
                <a:cubicBezTo>
                  <a:pt x="1938785" y="6383969"/>
                  <a:pt x="1935838" y="6384308"/>
                  <a:pt x="1932180" y="6384986"/>
                </a:cubicBezTo>
                <a:cubicBezTo>
                  <a:pt x="1928523" y="6385663"/>
                  <a:pt x="1924662" y="6387221"/>
                  <a:pt x="1920598" y="6389659"/>
                </a:cubicBezTo>
                <a:cubicBezTo>
                  <a:pt x="1916534" y="6392097"/>
                  <a:pt x="1912640" y="6396026"/>
                  <a:pt x="1908914" y="6401445"/>
                </a:cubicBezTo>
                <a:lnTo>
                  <a:pt x="1908914" y="6396162"/>
                </a:lnTo>
                <a:close/>
                <a:moveTo>
                  <a:pt x="1044578" y="6333068"/>
                </a:moveTo>
                <a:lnTo>
                  <a:pt x="1011151" y="6339774"/>
                </a:lnTo>
                <a:lnTo>
                  <a:pt x="1011151" y="6343329"/>
                </a:lnTo>
                <a:lnTo>
                  <a:pt x="1021108" y="6347089"/>
                </a:lnTo>
                <a:cubicBezTo>
                  <a:pt x="1023208" y="6347902"/>
                  <a:pt x="1024715" y="6348867"/>
                  <a:pt x="1025629" y="6349984"/>
                </a:cubicBezTo>
                <a:cubicBezTo>
                  <a:pt x="1026544" y="6351102"/>
                  <a:pt x="1027001" y="6352541"/>
                  <a:pt x="1027001" y="6354303"/>
                </a:cubicBezTo>
                <a:lnTo>
                  <a:pt x="1027001" y="6473784"/>
                </a:lnTo>
                <a:cubicBezTo>
                  <a:pt x="1027001" y="6475274"/>
                  <a:pt x="1026612" y="6476477"/>
                  <a:pt x="1025833" y="6477391"/>
                </a:cubicBezTo>
                <a:cubicBezTo>
                  <a:pt x="1025054" y="6478305"/>
                  <a:pt x="1023954" y="6478965"/>
                  <a:pt x="1022531" y="6479372"/>
                </a:cubicBezTo>
                <a:lnTo>
                  <a:pt x="1011355" y="6482115"/>
                </a:lnTo>
                <a:lnTo>
                  <a:pt x="1011355" y="6487195"/>
                </a:lnTo>
                <a:lnTo>
                  <a:pt x="1058802" y="6487195"/>
                </a:lnTo>
                <a:lnTo>
                  <a:pt x="1058802" y="6482115"/>
                </a:lnTo>
                <a:lnTo>
                  <a:pt x="1049048" y="6479372"/>
                </a:lnTo>
                <a:cubicBezTo>
                  <a:pt x="1047761" y="6478965"/>
                  <a:pt x="1046694" y="6478305"/>
                  <a:pt x="1045848" y="6477391"/>
                </a:cubicBezTo>
                <a:cubicBezTo>
                  <a:pt x="1045001" y="6476477"/>
                  <a:pt x="1044578" y="6475240"/>
                  <a:pt x="1044578" y="6473683"/>
                </a:cubicBezTo>
                <a:lnTo>
                  <a:pt x="1044578" y="6406728"/>
                </a:lnTo>
                <a:cubicBezTo>
                  <a:pt x="1047626" y="6402867"/>
                  <a:pt x="1051402" y="6400124"/>
                  <a:pt x="1055906" y="6398498"/>
                </a:cubicBezTo>
                <a:cubicBezTo>
                  <a:pt x="1060410" y="6396873"/>
                  <a:pt x="1064762" y="6396060"/>
                  <a:pt x="1068962" y="6396060"/>
                </a:cubicBezTo>
                <a:cubicBezTo>
                  <a:pt x="1075261" y="6396060"/>
                  <a:pt x="1080002" y="6397296"/>
                  <a:pt x="1083186" y="6399768"/>
                </a:cubicBezTo>
                <a:cubicBezTo>
                  <a:pt x="1086369" y="6402240"/>
                  <a:pt x="1088520" y="6405712"/>
                  <a:pt x="1089637" y="6410182"/>
                </a:cubicBezTo>
                <a:cubicBezTo>
                  <a:pt x="1090755" y="6414653"/>
                  <a:pt x="1091314" y="6419970"/>
                  <a:pt x="1091314" y="6426134"/>
                </a:cubicBezTo>
                <a:lnTo>
                  <a:pt x="1091314" y="6473276"/>
                </a:lnTo>
                <a:cubicBezTo>
                  <a:pt x="1091314" y="6474969"/>
                  <a:pt x="1090890" y="6476324"/>
                  <a:pt x="1090044" y="6477340"/>
                </a:cubicBezTo>
                <a:cubicBezTo>
                  <a:pt x="1089197" y="6478356"/>
                  <a:pt x="1088164" y="6479033"/>
                  <a:pt x="1086945" y="6479372"/>
                </a:cubicBezTo>
                <a:lnTo>
                  <a:pt x="1075871" y="6482115"/>
                </a:lnTo>
                <a:lnTo>
                  <a:pt x="1075871" y="6487195"/>
                </a:lnTo>
                <a:lnTo>
                  <a:pt x="1123419" y="6487195"/>
                </a:lnTo>
                <a:lnTo>
                  <a:pt x="1123419" y="6482115"/>
                </a:lnTo>
                <a:lnTo>
                  <a:pt x="1113361" y="6479372"/>
                </a:lnTo>
                <a:cubicBezTo>
                  <a:pt x="1112142" y="6478965"/>
                  <a:pt x="1111092" y="6478271"/>
                  <a:pt x="1110212" y="6477289"/>
                </a:cubicBezTo>
                <a:cubicBezTo>
                  <a:pt x="1109331" y="6476307"/>
                  <a:pt x="1108891" y="6474969"/>
                  <a:pt x="1108891" y="6473276"/>
                </a:cubicBezTo>
                <a:lnTo>
                  <a:pt x="1108891" y="6419327"/>
                </a:lnTo>
                <a:cubicBezTo>
                  <a:pt x="1108891" y="6410995"/>
                  <a:pt x="1107451" y="6404222"/>
                  <a:pt x="1104573" y="6399006"/>
                </a:cubicBezTo>
                <a:cubicBezTo>
                  <a:pt x="1101694" y="6393791"/>
                  <a:pt x="1097799" y="6389981"/>
                  <a:pt x="1092889" y="6387576"/>
                </a:cubicBezTo>
                <a:cubicBezTo>
                  <a:pt x="1087978" y="6385172"/>
                  <a:pt x="1082576" y="6383969"/>
                  <a:pt x="1076683" y="6383969"/>
                </a:cubicBezTo>
                <a:cubicBezTo>
                  <a:pt x="1073229" y="6383969"/>
                  <a:pt x="1069758" y="6384376"/>
                  <a:pt x="1066269" y="6385189"/>
                </a:cubicBezTo>
                <a:cubicBezTo>
                  <a:pt x="1062781" y="6386002"/>
                  <a:pt x="1059259" y="6387627"/>
                  <a:pt x="1055703" y="6390066"/>
                </a:cubicBezTo>
                <a:cubicBezTo>
                  <a:pt x="1052147" y="6392504"/>
                  <a:pt x="1048439" y="6396297"/>
                  <a:pt x="1044578" y="6401445"/>
                </a:cubicBezTo>
                <a:lnTo>
                  <a:pt x="1044578" y="6396060"/>
                </a:lnTo>
                <a:close/>
                <a:moveTo>
                  <a:pt x="1707243" y="5512724"/>
                </a:moveTo>
                <a:cubicBezTo>
                  <a:pt x="1714646" y="5512724"/>
                  <a:pt x="1719648" y="5515860"/>
                  <a:pt x="1722250" y="5522129"/>
                </a:cubicBezTo>
                <a:cubicBezTo>
                  <a:pt x="1724852" y="5528399"/>
                  <a:pt x="1726154" y="5547658"/>
                  <a:pt x="1726154" y="5579906"/>
                </a:cubicBezTo>
                <a:lnTo>
                  <a:pt x="1726154" y="5884464"/>
                </a:lnTo>
                <a:cubicBezTo>
                  <a:pt x="1726154" y="5911576"/>
                  <a:pt x="1724823" y="5928141"/>
                  <a:pt x="1722161" y="5934159"/>
                </a:cubicBezTo>
                <a:cubicBezTo>
                  <a:pt x="1719499" y="5940177"/>
                  <a:pt x="1714361" y="5943186"/>
                  <a:pt x="1706746" y="5943186"/>
                </a:cubicBezTo>
                <a:cubicBezTo>
                  <a:pt x="1699701" y="5943186"/>
                  <a:pt x="1694788" y="5939883"/>
                  <a:pt x="1692007" y="5933277"/>
                </a:cubicBezTo>
                <a:cubicBezTo>
                  <a:pt x="1689226" y="5926669"/>
                  <a:pt x="1687835" y="5908243"/>
                  <a:pt x="1687835" y="5877995"/>
                </a:cubicBezTo>
                <a:lnTo>
                  <a:pt x="1687835" y="5579906"/>
                </a:lnTo>
                <a:cubicBezTo>
                  <a:pt x="1687835" y="5547430"/>
                  <a:pt x="1689228" y="5528114"/>
                  <a:pt x="1692014" y="5521958"/>
                </a:cubicBezTo>
                <a:cubicBezTo>
                  <a:pt x="1694801" y="5515803"/>
                  <a:pt x="1699877" y="5512724"/>
                  <a:pt x="1707243" y="5512724"/>
                </a:cubicBezTo>
                <a:close/>
                <a:moveTo>
                  <a:pt x="1976464" y="5387816"/>
                </a:moveTo>
                <a:lnTo>
                  <a:pt x="2062790" y="6068095"/>
                </a:lnTo>
                <a:lnTo>
                  <a:pt x="2299350" y="6068095"/>
                </a:lnTo>
                <a:lnTo>
                  <a:pt x="2322303" y="5919051"/>
                </a:lnTo>
                <a:cubicBezTo>
                  <a:pt x="2332080" y="5859002"/>
                  <a:pt x="2336787" y="5802353"/>
                  <a:pt x="2336424" y="5749105"/>
                </a:cubicBezTo>
                <a:cubicBezTo>
                  <a:pt x="2344899" y="5876445"/>
                  <a:pt x="2355417" y="5982775"/>
                  <a:pt x="2367978" y="6068095"/>
                </a:cubicBezTo>
                <a:lnTo>
                  <a:pt x="2604141" y="6068095"/>
                </a:lnTo>
                <a:lnTo>
                  <a:pt x="2685607" y="5387816"/>
                </a:lnTo>
                <a:lnTo>
                  <a:pt x="2493532" y="5387816"/>
                </a:lnTo>
                <a:cubicBezTo>
                  <a:pt x="2468344" y="5534745"/>
                  <a:pt x="2454874" y="5660815"/>
                  <a:pt x="2453122" y="5766025"/>
                </a:cubicBezTo>
                <a:lnTo>
                  <a:pt x="2424577" y="5387816"/>
                </a:lnTo>
                <a:lnTo>
                  <a:pt x="2239928" y="5387816"/>
                </a:lnTo>
                <a:cubicBezTo>
                  <a:pt x="2214963" y="5591869"/>
                  <a:pt x="2202291" y="5713898"/>
                  <a:pt x="2201913" y="5753902"/>
                </a:cubicBezTo>
                <a:lnTo>
                  <a:pt x="2202009" y="5760462"/>
                </a:lnTo>
                <a:lnTo>
                  <a:pt x="2198784" y="5724186"/>
                </a:lnTo>
                <a:cubicBezTo>
                  <a:pt x="2180736" y="5521061"/>
                  <a:pt x="2170895" y="5408937"/>
                  <a:pt x="2169262" y="5387816"/>
                </a:cubicBezTo>
                <a:close/>
                <a:moveTo>
                  <a:pt x="1700276" y="5375872"/>
                </a:moveTo>
                <a:cubicBezTo>
                  <a:pt x="1644716" y="5375872"/>
                  <a:pt x="1598794" y="5386862"/>
                  <a:pt x="1562511" y="5408841"/>
                </a:cubicBezTo>
                <a:cubicBezTo>
                  <a:pt x="1526227" y="5430821"/>
                  <a:pt x="1501135" y="5459881"/>
                  <a:pt x="1487234" y="5496022"/>
                </a:cubicBezTo>
                <a:cubicBezTo>
                  <a:pt x="1473335" y="5532164"/>
                  <a:pt x="1466384" y="5581524"/>
                  <a:pt x="1466384" y="5644102"/>
                </a:cubicBezTo>
                <a:lnTo>
                  <a:pt x="1466384" y="5813301"/>
                </a:lnTo>
                <a:cubicBezTo>
                  <a:pt x="1466384" y="5870344"/>
                  <a:pt x="1470181" y="5913450"/>
                  <a:pt x="1477775" y="5942619"/>
                </a:cubicBezTo>
                <a:cubicBezTo>
                  <a:pt x="1485370" y="5971788"/>
                  <a:pt x="1498285" y="5996906"/>
                  <a:pt x="1516521" y="6017973"/>
                </a:cubicBezTo>
                <a:cubicBezTo>
                  <a:pt x="1534758" y="6039040"/>
                  <a:pt x="1559884" y="6054651"/>
                  <a:pt x="1591899" y="6064806"/>
                </a:cubicBezTo>
                <a:cubicBezTo>
                  <a:pt x="1623914" y="6074961"/>
                  <a:pt x="1662860" y="6080039"/>
                  <a:pt x="1708736" y="6080039"/>
                </a:cubicBezTo>
                <a:cubicBezTo>
                  <a:pt x="1749828" y="6080039"/>
                  <a:pt x="1786476" y="6074033"/>
                  <a:pt x="1818681" y="6062022"/>
                </a:cubicBezTo>
                <a:cubicBezTo>
                  <a:pt x="1850885" y="6050011"/>
                  <a:pt x="1877307" y="6031326"/>
                  <a:pt x="1897946" y="6005968"/>
                </a:cubicBezTo>
                <a:cubicBezTo>
                  <a:pt x="1918585" y="5980609"/>
                  <a:pt x="1932022" y="5953465"/>
                  <a:pt x="1938255" y="5924536"/>
                </a:cubicBezTo>
                <a:cubicBezTo>
                  <a:pt x="1944488" y="5895609"/>
                  <a:pt x="1947605" y="5851231"/>
                  <a:pt x="1947605" y="5791405"/>
                </a:cubicBezTo>
                <a:lnTo>
                  <a:pt x="1947605" y="5629671"/>
                </a:lnTo>
                <a:cubicBezTo>
                  <a:pt x="1947605" y="5582286"/>
                  <a:pt x="1944205" y="5546559"/>
                  <a:pt x="1937404" y="5522491"/>
                </a:cubicBezTo>
                <a:cubicBezTo>
                  <a:pt x="1930602" y="5498422"/>
                  <a:pt x="1917909" y="5474992"/>
                  <a:pt x="1899322" y="5452198"/>
                </a:cubicBezTo>
                <a:cubicBezTo>
                  <a:pt x="1880736" y="5429406"/>
                  <a:pt x="1854536" y="5410986"/>
                  <a:pt x="1820722" y="5396941"/>
                </a:cubicBezTo>
                <a:cubicBezTo>
                  <a:pt x="1786908" y="5382895"/>
                  <a:pt x="1746759" y="5375872"/>
                  <a:pt x="1700276" y="5375872"/>
                </a:cubicBezTo>
                <a:close/>
                <a:moveTo>
                  <a:pt x="1431744" y="5375872"/>
                </a:moveTo>
                <a:cubicBezTo>
                  <a:pt x="1364992" y="5379890"/>
                  <a:pt x="1322693" y="5412817"/>
                  <a:pt x="1304845" y="5474655"/>
                </a:cubicBezTo>
                <a:lnTo>
                  <a:pt x="1312807" y="5387816"/>
                </a:lnTo>
                <a:lnTo>
                  <a:pt x="1091356" y="5387816"/>
                </a:lnTo>
                <a:lnTo>
                  <a:pt x="1091356" y="6068095"/>
                </a:lnTo>
                <a:lnTo>
                  <a:pt x="1312807" y="6068095"/>
                </a:lnTo>
                <a:lnTo>
                  <a:pt x="1312807" y="5797377"/>
                </a:lnTo>
                <a:cubicBezTo>
                  <a:pt x="1312807" y="5733922"/>
                  <a:pt x="1314596" y="5694226"/>
                  <a:pt x="1318172" y="5678288"/>
                </a:cubicBezTo>
                <a:cubicBezTo>
                  <a:pt x="1321749" y="5662351"/>
                  <a:pt x="1331109" y="5650015"/>
                  <a:pt x="1346251" y="5641280"/>
                </a:cubicBezTo>
                <a:cubicBezTo>
                  <a:pt x="1361392" y="5632546"/>
                  <a:pt x="1389890" y="5628178"/>
                  <a:pt x="1431744" y="5628178"/>
                </a:cubicBezTo>
                <a:close/>
                <a:moveTo>
                  <a:pt x="2730581" y="5299733"/>
                </a:moveTo>
                <a:lnTo>
                  <a:pt x="2730581" y="5403740"/>
                </a:lnTo>
                <a:lnTo>
                  <a:pt x="2687286" y="5403740"/>
                </a:lnTo>
                <a:lnTo>
                  <a:pt x="2687286" y="5528151"/>
                </a:lnTo>
                <a:lnTo>
                  <a:pt x="2730581" y="5528151"/>
                </a:lnTo>
                <a:lnTo>
                  <a:pt x="2730581" y="5853611"/>
                </a:lnTo>
                <a:cubicBezTo>
                  <a:pt x="2730581" y="5920134"/>
                  <a:pt x="2732547" y="5962959"/>
                  <a:pt x="2736479" y="5982085"/>
                </a:cubicBezTo>
                <a:cubicBezTo>
                  <a:pt x="2740411" y="6001210"/>
                  <a:pt x="2750537" y="6018298"/>
                  <a:pt x="2766858" y="6033350"/>
                </a:cubicBezTo>
                <a:cubicBezTo>
                  <a:pt x="2783180" y="6048401"/>
                  <a:pt x="2801745" y="6057954"/>
                  <a:pt x="2822556" y="6062011"/>
                </a:cubicBezTo>
                <a:cubicBezTo>
                  <a:pt x="2843366" y="6066067"/>
                  <a:pt x="2877070" y="6068095"/>
                  <a:pt x="2923667" y="6068095"/>
                </a:cubicBezTo>
                <a:lnTo>
                  <a:pt x="3015233" y="6068095"/>
                </a:lnTo>
                <a:lnTo>
                  <a:pt x="3015233" y="5941694"/>
                </a:lnTo>
                <a:cubicBezTo>
                  <a:pt x="2978486" y="5941694"/>
                  <a:pt x="2958848" y="5940290"/>
                  <a:pt x="2956321" y="5937483"/>
                </a:cubicBezTo>
                <a:cubicBezTo>
                  <a:pt x="2953794" y="5934676"/>
                  <a:pt x="2952530" y="5912690"/>
                  <a:pt x="2952530" y="5871526"/>
                </a:cubicBezTo>
                <a:lnTo>
                  <a:pt x="2952530" y="5528151"/>
                </a:lnTo>
                <a:lnTo>
                  <a:pt x="3006774" y="5528151"/>
                </a:lnTo>
                <a:lnTo>
                  <a:pt x="3006774" y="5403740"/>
                </a:lnTo>
                <a:lnTo>
                  <a:pt x="2952530" y="5403740"/>
                </a:lnTo>
                <a:lnTo>
                  <a:pt x="2952530" y="5299733"/>
                </a:lnTo>
                <a:close/>
                <a:moveTo>
                  <a:pt x="3053506" y="5242504"/>
                </a:moveTo>
                <a:lnTo>
                  <a:pt x="3053506" y="6068095"/>
                </a:lnTo>
                <a:lnTo>
                  <a:pt x="3274957" y="6068095"/>
                </a:lnTo>
                <a:lnTo>
                  <a:pt x="3274957" y="5586873"/>
                </a:lnTo>
                <a:cubicBezTo>
                  <a:pt x="3274957" y="5554329"/>
                  <a:pt x="3276570" y="5533835"/>
                  <a:pt x="3279798" y="5525391"/>
                </a:cubicBezTo>
                <a:cubicBezTo>
                  <a:pt x="3283024" y="5516947"/>
                  <a:pt x="3288378" y="5512724"/>
                  <a:pt x="3295858" y="5512724"/>
                </a:cubicBezTo>
                <a:cubicBezTo>
                  <a:pt x="3304323" y="5512724"/>
                  <a:pt x="3310006" y="5516887"/>
                  <a:pt x="3312906" y="5525212"/>
                </a:cubicBezTo>
                <a:cubicBezTo>
                  <a:pt x="3315806" y="5533538"/>
                  <a:pt x="3317257" y="5556248"/>
                  <a:pt x="3317257" y="5593343"/>
                </a:cubicBezTo>
                <a:lnTo>
                  <a:pt x="3317257" y="6068095"/>
                </a:lnTo>
                <a:lnTo>
                  <a:pt x="3538708" y="6068095"/>
                </a:lnTo>
                <a:lnTo>
                  <a:pt x="3538708" y="5602798"/>
                </a:lnTo>
                <a:cubicBezTo>
                  <a:pt x="3538708" y="5540224"/>
                  <a:pt x="3535786" y="5496454"/>
                  <a:pt x="3529941" y="5471486"/>
                </a:cubicBezTo>
                <a:cubicBezTo>
                  <a:pt x="3524096" y="5446519"/>
                  <a:pt x="3507801" y="5424341"/>
                  <a:pt x="3481056" y="5404954"/>
                </a:cubicBezTo>
                <a:cubicBezTo>
                  <a:pt x="3454310" y="5385566"/>
                  <a:pt x="3422270" y="5375872"/>
                  <a:pt x="3384936" y="5375872"/>
                </a:cubicBezTo>
                <a:cubicBezTo>
                  <a:pt x="3360857" y="5375872"/>
                  <a:pt x="3338188" y="5380101"/>
                  <a:pt x="3316926" y="5388558"/>
                </a:cubicBezTo>
                <a:cubicBezTo>
                  <a:pt x="3295665" y="5397016"/>
                  <a:pt x="3281675" y="5408753"/>
                  <a:pt x="3274957" y="5423771"/>
                </a:cubicBezTo>
                <a:lnTo>
                  <a:pt x="3274957" y="5242504"/>
                </a:lnTo>
                <a:close/>
                <a:moveTo>
                  <a:pt x="756664" y="5225584"/>
                </a:moveTo>
                <a:cubicBezTo>
                  <a:pt x="692074" y="5225584"/>
                  <a:pt x="639188" y="5240788"/>
                  <a:pt x="598005" y="5271196"/>
                </a:cubicBezTo>
                <a:cubicBezTo>
                  <a:pt x="556823" y="5301604"/>
                  <a:pt x="531915" y="5334941"/>
                  <a:pt x="523281" y="5371207"/>
                </a:cubicBezTo>
                <a:cubicBezTo>
                  <a:pt x="514647" y="5407473"/>
                  <a:pt x="510331" y="5464598"/>
                  <a:pt x="510331" y="5542583"/>
                </a:cubicBezTo>
                <a:lnTo>
                  <a:pt x="510331" y="5781950"/>
                </a:lnTo>
                <a:cubicBezTo>
                  <a:pt x="510331" y="5838402"/>
                  <a:pt x="512374" y="5880837"/>
                  <a:pt x="516462" y="5909257"/>
                </a:cubicBezTo>
                <a:cubicBezTo>
                  <a:pt x="520549" y="5937678"/>
                  <a:pt x="530951" y="5965109"/>
                  <a:pt x="547666" y="5991552"/>
                </a:cubicBezTo>
                <a:cubicBezTo>
                  <a:pt x="564381" y="6017994"/>
                  <a:pt x="588855" y="6040182"/>
                  <a:pt x="621088" y="6058115"/>
                </a:cubicBezTo>
                <a:cubicBezTo>
                  <a:pt x="653320" y="6076049"/>
                  <a:pt x="687948" y="6085015"/>
                  <a:pt x="724971" y="6085015"/>
                </a:cubicBezTo>
                <a:cubicBezTo>
                  <a:pt x="756442" y="6085015"/>
                  <a:pt x="783855" y="6078335"/>
                  <a:pt x="807210" y="6064973"/>
                </a:cubicBezTo>
                <a:cubicBezTo>
                  <a:pt x="830566" y="6051612"/>
                  <a:pt x="846041" y="6033411"/>
                  <a:pt x="853635" y="6010368"/>
                </a:cubicBezTo>
                <a:lnTo>
                  <a:pt x="868082" y="6068095"/>
                </a:lnTo>
                <a:lnTo>
                  <a:pt x="1017430" y="6068095"/>
                </a:lnTo>
                <a:lnTo>
                  <a:pt x="1017430" y="5615737"/>
                </a:lnTo>
                <a:lnTo>
                  <a:pt x="751689" y="5615737"/>
                </a:lnTo>
                <a:lnTo>
                  <a:pt x="751689" y="5758063"/>
                </a:lnTo>
                <a:lnTo>
                  <a:pt x="793988" y="5758063"/>
                </a:lnTo>
                <a:lnTo>
                  <a:pt x="793988" y="5843658"/>
                </a:lnTo>
                <a:cubicBezTo>
                  <a:pt x="793988" y="5879887"/>
                  <a:pt x="791819" y="5903127"/>
                  <a:pt x="787480" y="5913378"/>
                </a:cubicBezTo>
                <a:cubicBezTo>
                  <a:pt x="783141" y="5923630"/>
                  <a:pt x="775523" y="5928755"/>
                  <a:pt x="764627" y="5928755"/>
                </a:cubicBezTo>
                <a:cubicBezTo>
                  <a:pt x="755431" y="5928755"/>
                  <a:pt x="749068" y="5924404"/>
                  <a:pt x="745537" y="5915703"/>
                </a:cubicBezTo>
                <a:cubicBezTo>
                  <a:pt x="742007" y="5907003"/>
                  <a:pt x="740242" y="5885144"/>
                  <a:pt x="740242" y="5850127"/>
                </a:cubicBezTo>
                <a:lnTo>
                  <a:pt x="740242" y="5463458"/>
                </a:lnTo>
                <a:cubicBezTo>
                  <a:pt x="740242" y="5423584"/>
                  <a:pt x="741939" y="5400013"/>
                  <a:pt x="745331" y="5392746"/>
                </a:cubicBezTo>
                <a:cubicBezTo>
                  <a:pt x="748724" y="5385478"/>
                  <a:pt x="754658" y="5381844"/>
                  <a:pt x="763134" y="5381844"/>
                </a:cubicBezTo>
                <a:cubicBezTo>
                  <a:pt x="773268" y="5381844"/>
                  <a:pt x="779866" y="5386309"/>
                  <a:pt x="782927" y="5395238"/>
                </a:cubicBezTo>
                <a:cubicBezTo>
                  <a:pt x="785988" y="5404167"/>
                  <a:pt x="787518" y="5431054"/>
                  <a:pt x="787518" y="5475899"/>
                </a:cubicBezTo>
                <a:lnTo>
                  <a:pt x="787518" y="5559005"/>
                </a:lnTo>
                <a:lnTo>
                  <a:pt x="1017430" y="5559005"/>
                </a:lnTo>
                <a:lnTo>
                  <a:pt x="1017430" y="5514217"/>
                </a:lnTo>
                <a:cubicBezTo>
                  <a:pt x="1017430" y="5447243"/>
                  <a:pt x="1011003" y="5395605"/>
                  <a:pt x="998150" y="5359302"/>
                </a:cubicBezTo>
                <a:cubicBezTo>
                  <a:pt x="985297" y="5323000"/>
                  <a:pt x="957662" y="5291638"/>
                  <a:pt x="915246" y="5265217"/>
                </a:cubicBezTo>
                <a:cubicBezTo>
                  <a:pt x="872829" y="5238795"/>
                  <a:pt x="819969" y="5225584"/>
                  <a:pt x="756664" y="5225584"/>
                </a:cubicBezTo>
                <a:close/>
                <a:moveTo>
                  <a:pt x="1582353" y="4534882"/>
                </a:moveTo>
                <a:lnTo>
                  <a:pt x="1582353" y="4660786"/>
                </a:lnTo>
                <a:cubicBezTo>
                  <a:pt x="1582353" y="4692329"/>
                  <a:pt x="1581057" y="4710749"/>
                  <a:pt x="1578466" y="4716044"/>
                </a:cubicBezTo>
                <a:cubicBezTo>
                  <a:pt x="1575874" y="4721339"/>
                  <a:pt x="1570368" y="4723986"/>
                  <a:pt x="1561950" y="4723986"/>
                </a:cubicBezTo>
                <a:cubicBezTo>
                  <a:pt x="1553221" y="4723986"/>
                  <a:pt x="1547223" y="4720358"/>
                  <a:pt x="1543957" y="4713101"/>
                </a:cubicBezTo>
                <a:cubicBezTo>
                  <a:pt x="1540691" y="4705843"/>
                  <a:pt x="1539059" y="4685751"/>
                  <a:pt x="1539059" y="4652823"/>
                </a:cubicBezTo>
                <a:cubicBezTo>
                  <a:pt x="1539059" y="4623685"/>
                  <a:pt x="1541365" y="4601978"/>
                  <a:pt x="1545975" y="4587702"/>
                </a:cubicBezTo>
                <a:cubicBezTo>
                  <a:pt x="1550587" y="4573426"/>
                  <a:pt x="1562712" y="4555819"/>
                  <a:pt x="1582353" y="4534882"/>
                </a:cubicBezTo>
                <a:close/>
                <a:moveTo>
                  <a:pt x="1558964" y="4293524"/>
                </a:moveTo>
                <a:cubicBezTo>
                  <a:pt x="1566678" y="4293524"/>
                  <a:pt x="1572504" y="4297526"/>
                  <a:pt x="1576444" y="4305530"/>
                </a:cubicBezTo>
                <a:cubicBezTo>
                  <a:pt x="1580383" y="4313534"/>
                  <a:pt x="1582353" y="4333917"/>
                  <a:pt x="1582353" y="4366678"/>
                </a:cubicBezTo>
                <a:cubicBezTo>
                  <a:pt x="1582353" y="4392602"/>
                  <a:pt x="1580500" y="4409140"/>
                  <a:pt x="1576794" y="4416291"/>
                </a:cubicBezTo>
                <a:cubicBezTo>
                  <a:pt x="1574940" y="4419866"/>
                  <a:pt x="1565583" y="4425671"/>
                  <a:pt x="1548718" y="4433706"/>
                </a:cubicBezTo>
                <a:lnTo>
                  <a:pt x="1539059" y="4437992"/>
                </a:lnTo>
                <a:lnTo>
                  <a:pt x="1539059" y="4365185"/>
                </a:lnTo>
                <a:cubicBezTo>
                  <a:pt x="1539059" y="4329308"/>
                  <a:pt x="1540181" y="4308395"/>
                  <a:pt x="1542425" y="4302447"/>
                </a:cubicBezTo>
                <a:cubicBezTo>
                  <a:pt x="1544670" y="4296498"/>
                  <a:pt x="1550183" y="4293524"/>
                  <a:pt x="1558964" y="4293524"/>
                </a:cubicBezTo>
                <a:close/>
                <a:moveTo>
                  <a:pt x="746214" y="4181057"/>
                </a:moveTo>
                <a:cubicBezTo>
                  <a:pt x="763621" y="4181057"/>
                  <a:pt x="775687" y="4184290"/>
                  <a:pt x="782410" y="4190757"/>
                </a:cubicBezTo>
                <a:cubicBezTo>
                  <a:pt x="789133" y="4197224"/>
                  <a:pt x="792495" y="4212735"/>
                  <a:pt x="792495" y="4237290"/>
                </a:cubicBezTo>
                <a:lnTo>
                  <a:pt x="792495" y="4303477"/>
                </a:lnTo>
                <a:cubicBezTo>
                  <a:pt x="792495" y="4330998"/>
                  <a:pt x="789611" y="4348412"/>
                  <a:pt x="783844" y="4355718"/>
                </a:cubicBezTo>
                <a:cubicBezTo>
                  <a:pt x="778077" y="4363025"/>
                  <a:pt x="767193" y="4366678"/>
                  <a:pt x="751190" y="4366678"/>
                </a:cubicBezTo>
                <a:lnTo>
                  <a:pt x="746214" y="4366724"/>
                </a:lnTo>
                <a:close/>
                <a:moveTo>
                  <a:pt x="2209808" y="4156672"/>
                </a:moveTo>
                <a:cubicBezTo>
                  <a:pt x="2180572" y="4156672"/>
                  <a:pt x="2154653" y="4163179"/>
                  <a:pt x="2132051" y="4176193"/>
                </a:cubicBezTo>
                <a:cubicBezTo>
                  <a:pt x="2109450" y="4189207"/>
                  <a:pt x="2096718" y="4206960"/>
                  <a:pt x="2093857" y="4229453"/>
                </a:cubicBezTo>
                <a:lnTo>
                  <a:pt x="2097340" y="4168616"/>
                </a:lnTo>
                <a:lnTo>
                  <a:pt x="1872405" y="4168616"/>
                </a:lnTo>
                <a:lnTo>
                  <a:pt x="1872405" y="4848895"/>
                </a:lnTo>
                <a:lnTo>
                  <a:pt x="2093857" y="4848895"/>
                </a:lnTo>
                <a:lnTo>
                  <a:pt x="2093857" y="4392556"/>
                </a:lnTo>
                <a:cubicBezTo>
                  <a:pt x="2093857" y="4343507"/>
                  <a:pt x="2095209" y="4314739"/>
                  <a:pt x="2097912" y="4306253"/>
                </a:cubicBezTo>
                <a:cubicBezTo>
                  <a:pt x="2100615" y="4297767"/>
                  <a:pt x="2106563" y="4293524"/>
                  <a:pt x="2115753" y="4293524"/>
                </a:cubicBezTo>
                <a:cubicBezTo>
                  <a:pt x="2124327" y="4293524"/>
                  <a:pt x="2129706" y="4297162"/>
                  <a:pt x="2131888" y="4304438"/>
                </a:cubicBezTo>
                <a:cubicBezTo>
                  <a:pt x="2134070" y="4311713"/>
                  <a:pt x="2135162" y="4337437"/>
                  <a:pt x="2135162" y="4381607"/>
                </a:cubicBezTo>
                <a:lnTo>
                  <a:pt x="2135162" y="4848895"/>
                </a:lnTo>
                <a:lnTo>
                  <a:pt x="2356613" y="4848895"/>
                </a:lnTo>
                <a:lnTo>
                  <a:pt x="2356613" y="4376133"/>
                </a:lnTo>
                <a:cubicBezTo>
                  <a:pt x="2356613" y="4317696"/>
                  <a:pt x="2353266" y="4275355"/>
                  <a:pt x="2346571" y="4249110"/>
                </a:cubicBezTo>
                <a:cubicBezTo>
                  <a:pt x="2339876" y="4222864"/>
                  <a:pt x="2324615" y="4200896"/>
                  <a:pt x="2300788" y="4183207"/>
                </a:cubicBezTo>
                <a:cubicBezTo>
                  <a:pt x="2276960" y="4165517"/>
                  <a:pt x="2246634" y="4156672"/>
                  <a:pt x="2209808" y="4156672"/>
                </a:cubicBezTo>
                <a:close/>
                <a:moveTo>
                  <a:pt x="1566927" y="4156672"/>
                </a:moveTo>
                <a:cubicBezTo>
                  <a:pt x="1508506" y="4156672"/>
                  <a:pt x="1460639" y="4167832"/>
                  <a:pt x="1423325" y="4190150"/>
                </a:cubicBezTo>
                <a:cubicBezTo>
                  <a:pt x="1386012" y="4212469"/>
                  <a:pt x="1361138" y="4238252"/>
                  <a:pt x="1348702" y="4267499"/>
                </a:cubicBezTo>
                <a:cubicBezTo>
                  <a:pt x="1336266" y="4296746"/>
                  <a:pt x="1330048" y="4337603"/>
                  <a:pt x="1330048" y="4390067"/>
                </a:cubicBezTo>
                <a:lnTo>
                  <a:pt x="1330048" y="4444311"/>
                </a:lnTo>
                <a:lnTo>
                  <a:pt x="1524819" y="4444311"/>
                </a:lnTo>
                <a:lnTo>
                  <a:pt x="1517792" y="4447429"/>
                </a:lnTo>
                <a:cubicBezTo>
                  <a:pt x="1505608" y="4452561"/>
                  <a:pt x="1491547" y="4458250"/>
                  <a:pt x="1475609" y="4464496"/>
                </a:cubicBezTo>
                <a:cubicBezTo>
                  <a:pt x="1412304" y="4489000"/>
                  <a:pt x="1372218" y="4510943"/>
                  <a:pt x="1355350" y="4530325"/>
                </a:cubicBezTo>
                <a:cubicBezTo>
                  <a:pt x="1338482" y="4549708"/>
                  <a:pt x="1330048" y="4585398"/>
                  <a:pt x="1330048" y="4637396"/>
                </a:cubicBezTo>
                <a:lnTo>
                  <a:pt x="1330048" y="4691640"/>
                </a:lnTo>
                <a:cubicBezTo>
                  <a:pt x="1330048" y="4761973"/>
                  <a:pt x="1345839" y="4807757"/>
                  <a:pt x="1377421" y="4828989"/>
                </a:cubicBezTo>
                <a:cubicBezTo>
                  <a:pt x="1409004" y="4850222"/>
                  <a:pt x="1443474" y="4860839"/>
                  <a:pt x="1480834" y="4860839"/>
                </a:cubicBezTo>
                <a:cubicBezTo>
                  <a:pt x="1509760" y="4860839"/>
                  <a:pt x="1534734" y="4854450"/>
                  <a:pt x="1555757" y="4841672"/>
                </a:cubicBezTo>
                <a:cubicBezTo>
                  <a:pt x="1576779" y="4828893"/>
                  <a:pt x="1587470" y="4811686"/>
                  <a:pt x="1587828" y="4790049"/>
                </a:cubicBezTo>
                <a:lnTo>
                  <a:pt x="1587828" y="4848895"/>
                </a:lnTo>
                <a:lnTo>
                  <a:pt x="1803805" y="4848895"/>
                </a:lnTo>
                <a:lnTo>
                  <a:pt x="1803805" y="4507511"/>
                </a:lnTo>
                <a:cubicBezTo>
                  <a:pt x="1803805" y="4398206"/>
                  <a:pt x="1800141" y="4325149"/>
                  <a:pt x="1792814" y="4288342"/>
                </a:cubicBezTo>
                <a:cubicBezTo>
                  <a:pt x="1785487" y="4251534"/>
                  <a:pt x="1763544" y="4220387"/>
                  <a:pt x="1726985" y="4194901"/>
                </a:cubicBezTo>
                <a:cubicBezTo>
                  <a:pt x="1690426" y="4169415"/>
                  <a:pt x="1637073" y="4156672"/>
                  <a:pt x="1566927" y="4156672"/>
                </a:cubicBezTo>
                <a:close/>
                <a:moveTo>
                  <a:pt x="2435306" y="4080533"/>
                </a:moveTo>
                <a:lnTo>
                  <a:pt x="2435306" y="4184540"/>
                </a:lnTo>
                <a:lnTo>
                  <a:pt x="2392011" y="4184540"/>
                </a:lnTo>
                <a:lnTo>
                  <a:pt x="2392011" y="4308951"/>
                </a:lnTo>
                <a:lnTo>
                  <a:pt x="2435306" y="4308951"/>
                </a:lnTo>
                <a:lnTo>
                  <a:pt x="2435306" y="4634411"/>
                </a:lnTo>
                <a:cubicBezTo>
                  <a:pt x="2435306" y="4700934"/>
                  <a:pt x="2437272" y="4743759"/>
                  <a:pt x="2441204" y="4762884"/>
                </a:cubicBezTo>
                <a:cubicBezTo>
                  <a:pt x="2445136" y="4782010"/>
                  <a:pt x="2455262" y="4799098"/>
                  <a:pt x="2471584" y="4814150"/>
                </a:cubicBezTo>
                <a:cubicBezTo>
                  <a:pt x="2487905" y="4829201"/>
                  <a:pt x="2506470" y="4838754"/>
                  <a:pt x="2527281" y="4842811"/>
                </a:cubicBezTo>
                <a:cubicBezTo>
                  <a:pt x="2548091" y="4846867"/>
                  <a:pt x="2581795" y="4848895"/>
                  <a:pt x="2628392" y="4848895"/>
                </a:cubicBezTo>
                <a:lnTo>
                  <a:pt x="2719958" y="4848895"/>
                </a:lnTo>
                <a:lnTo>
                  <a:pt x="2719958" y="4722494"/>
                </a:lnTo>
                <a:cubicBezTo>
                  <a:pt x="2683210" y="4722494"/>
                  <a:pt x="2663573" y="4721090"/>
                  <a:pt x="2661046" y="4718283"/>
                </a:cubicBezTo>
                <a:cubicBezTo>
                  <a:pt x="2658519" y="4715476"/>
                  <a:pt x="2657255" y="4693490"/>
                  <a:pt x="2657255" y="4652326"/>
                </a:cubicBezTo>
                <a:lnTo>
                  <a:pt x="2657255" y="4308951"/>
                </a:lnTo>
                <a:lnTo>
                  <a:pt x="2711498" y="4308951"/>
                </a:lnTo>
                <a:lnTo>
                  <a:pt x="2711498" y="4184540"/>
                </a:lnTo>
                <a:lnTo>
                  <a:pt x="2657255" y="4184540"/>
                </a:lnTo>
                <a:lnTo>
                  <a:pt x="2657255" y="4080533"/>
                </a:lnTo>
                <a:close/>
                <a:moveTo>
                  <a:pt x="1043731" y="4023304"/>
                </a:moveTo>
                <a:lnTo>
                  <a:pt x="1043731" y="4848895"/>
                </a:lnTo>
                <a:lnTo>
                  <a:pt x="1271154" y="4848895"/>
                </a:lnTo>
                <a:lnTo>
                  <a:pt x="1271154" y="4023304"/>
                </a:lnTo>
                <a:close/>
                <a:moveTo>
                  <a:pt x="516302" y="4023304"/>
                </a:moveTo>
                <a:lnTo>
                  <a:pt x="516302" y="4848895"/>
                </a:lnTo>
                <a:lnTo>
                  <a:pt x="746214" y="4848895"/>
                </a:lnTo>
                <a:lnTo>
                  <a:pt x="746214" y="4524431"/>
                </a:lnTo>
                <a:lnTo>
                  <a:pt x="791997" y="4524431"/>
                </a:lnTo>
                <a:cubicBezTo>
                  <a:pt x="839331" y="4524431"/>
                  <a:pt x="878128" y="4517707"/>
                  <a:pt x="908392" y="4504257"/>
                </a:cubicBezTo>
                <a:cubicBezTo>
                  <a:pt x="938654" y="4490808"/>
                  <a:pt x="959500" y="4471405"/>
                  <a:pt x="970927" y="4446049"/>
                </a:cubicBezTo>
                <a:cubicBezTo>
                  <a:pt x="982355" y="4420692"/>
                  <a:pt x="988069" y="4381628"/>
                  <a:pt x="988069" y="4328857"/>
                </a:cubicBezTo>
                <a:lnTo>
                  <a:pt x="988069" y="4258689"/>
                </a:lnTo>
                <a:cubicBezTo>
                  <a:pt x="988069" y="4207759"/>
                  <a:pt x="985185" y="4169624"/>
                  <a:pt x="979418" y="4144286"/>
                </a:cubicBezTo>
                <a:cubicBezTo>
                  <a:pt x="973651" y="4118947"/>
                  <a:pt x="962454" y="4097161"/>
                  <a:pt x="945827" y="4078927"/>
                </a:cubicBezTo>
                <a:cubicBezTo>
                  <a:pt x="929200" y="4060693"/>
                  <a:pt x="904743" y="4046864"/>
                  <a:pt x="872456" y="4037440"/>
                </a:cubicBezTo>
                <a:cubicBezTo>
                  <a:pt x="840169" y="4028016"/>
                  <a:pt x="795102" y="4023304"/>
                  <a:pt x="737256" y="4023304"/>
                </a:cubicBezTo>
                <a:close/>
                <a:moveTo>
                  <a:pt x="2097768" y="3074324"/>
                </a:moveTo>
                <a:cubicBezTo>
                  <a:pt x="2105171" y="3074324"/>
                  <a:pt x="2110173" y="3077459"/>
                  <a:pt x="2112776" y="3083729"/>
                </a:cubicBezTo>
                <a:cubicBezTo>
                  <a:pt x="2115378" y="3089999"/>
                  <a:pt x="2116679" y="3109259"/>
                  <a:pt x="2116679" y="3141506"/>
                </a:cubicBezTo>
                <a:lnTo>
                  <a:pt x="2116679" y="3446064"/>
                </a:lnTo>
                <a:cubicBezTo>
                  <a:pt x="2116679" y="3473176"/>
                  <a:pt x="2115348" y="3489740"/>
                  <a:pt x="2112686" y="3495759"/>
                </a:cubicBezTo>
                <a:cubicBezTo>
                  <a:pt x="2110024" y="3501777"/>
                  <a:pt x="2104886" y="3504786"/>
                  <a:pt x="2097271" y="3504786"/>
                </a:cubicBezTo>
                <a:cubicBezTo>
                  <a:pt x="2090226" y="3504786"/>
                  <a:pt x="2085313" y="3501483"/>
                  <a:pt x="2082532" y="3494876"/>
                </a:cubicBezTo>
                <a:cubicBezTo>
                  <a:pt x="2079751" y="3488270"/>
                  <a:pt x="2078360" y="3469843"/>
                  <a:pt x="2078360" y="3439595"/>
                </a:cubicBezTo>
                <a:lnTo>
                  <a:pt x="2078360" y="3141506"/>
                </a:lnTo>
                <a:cubicBezTo>
                  <a:pt x="2078360" y="3109030"/>
                  <a:pt x="2079754" y="3089714"/>
                  <a:pt x="2082540" y="3083558"/>
                </a:cubicBezTo>
                <a:cubicBezTo>
                  <a:pt x="2085326" y="3077402"/>
                  <a:pt x="2090402" y="3074324"/>
                  <a:pt x="2097768" y="3074324"/>
                </a:cubicBezTo>
                <a:close/>
                <a:moveTo>
                  <a:pt x="1091356" y="2949416"/>
                </a:moveTo>
                <a:lnTo>
                  <a:pt x="1091356" y="3629695"/>
                </a:lnTo>
                <a:lnTo>
                  <a:pt x="1318779" y="3629695"/>
                </a:lnTo>
                <a:lnTo>
                  <a:pt x="1318779" y="2949416"/>
                </a:lnTo>
                <a:close/>
                <a:moveTo>
                  <a:pt x="763631" y="2943444"/>
                </a:moveTo>
                <a:cubicBezTo>
                  <a:pt x="771993" y="2943444"/>
                  <a:pt x="777733" y="2947371"/>
                  <a:pt x="780851" y="2955225"/>
                </a:cubicBezTo>
                <a:cubicBezTo>
                  <a:pt x="783969" y="2963078"/>
                  <a:pt x="785528" y="2985029"/>
                  <a:pt x="785528" y="3021077"/>
                </a:cubicBezTo>
                <a:lnTo>
                  <a:pt x="785528" y="3391324"/>
                </a:lnTo>
                <a:cubicBezTo>
                  <a:pt x="785528" y="3437455"/>
                  <a:pt x="783957" y="3465492"/>
                  <a:pt x="780816" y="3475437"/>
                </a:cubicBezTo>
                <a:cubicBezTo>
                  <a:pt x="777674" y="3485382"/>
                  <a:pt x="771449" y="3490355"/>
                  <a:pt x="762139" y="3490355"/>
                </a:cubicBezTo>
                <a:cubicBezTo>
                  <a:pt x="753181" y="3490355"/>
                  <a:pt x="747292" y="3486308"/>
                  <a:pt x="744472" y="3478213"/>
                </a:cubicBezTo>
                <a:cubicBezTo>
                  <a:pt x="741652" y="3470119"/>
                  <a:pt x="740242" y="3443146"/>
                  <a:pt x="740242" y="3397295"/>
                </a:cubicBezTo>
                <a:lnTo>
                  <a:pt x="740242" y="3021077"/>
                </a:lnTo>
                <a:cubicBezTo>
                  <a:pt x="740242" y="2981540"/>
                  <a:pt x="742338" y="2958718"/>
                  <a:pt x="746529" y="2952608"/>
                </a:cubicBezTo>
                <a:cubicBezTo>
                  <a:pt x="750720" y="2946499"/>
                  <a:pt x="756421" y="2943444"/>
                  <a:pt x="763631" y="2943444"/>
                </a:cubicBezTo>
                <a:close/>
                <a:moveTo>
                  <a:pt x="2743208" y="2937472"/>
                </a:moveTo>
                <a:cubicBezTo>
                  <a:pt x="2713971" y="2937472"/>
                  <a:pt x="2688052" y="2943980"/>
                  <a:pt x="2665451" y="2956993"/>
                </a:cubicBezTo>
                <a:cubicBezTo>
                  <a:pt x="2642850" y="2970007"/>
                  <a:pt x="2630118" y="2987761"/>
                  <a:pt x="2627257" y="3010253"/>
                </a:cubicBezTo>
                <a:lnTo>
                  <a:pt x="2630740" y="2949416"/>
                </a:lnTo>
                <a:lnTo>
                  <a:pt x="2405805" y="2949416"/>
                </a:lnTo>
                <a:lnTo>
                  <a:pt x="2405805" y="3629695"/>
                </a:lnTo>
                <a:lnTo>
                  <a:pt x="2627257" y="3629695"/>
                </a:lnTo>
                <a:lnTo>
                  <a:pt x="2627257" y="3173355"/>
                </a:lnTo>
                <a:cubicBezTo>
                  <a:pt x="2627257" y="3124307"/>
                  <a:pt x="2628609" y="3095539"/>
                  <a:pt x="2631312" y="3087053"/>
                </a:cubicBezTo>
                <a:cubicBezTo>
                  <a:pt x="2634015" y="3078567"/>
                  <a:pt x="2639962" y="3074324"/>
                  <a:pt x="2649153" y="3074324"/>
                </a:cubicBezTo>
                <a:cubicBezTo>
                  <a:pt x="2657727" y="3074324"/>
                  <a:pt x="2663106" y="3077963"/>
                  <a:pt x="2665288" y="3085238"/>
                </a:cubicBezTo>
                <a:cubicBezTo>
                  <a:pt x="2667470" y="3092513"/>
                  <a:pt x="2668561" y="3118237"/>
                  <a:pt x="2668561" y="3162408"/>
                </a:cubicBezTo>
                <a:lnTo>
                  <a:pt x="2668561" y="3629695"/>
                </a:lnTo>
                <a:lnTo>
                  <a:pt x="2890013" y="3629695"/>
                </a:lnTo>
                <a:lnTo>
                  <a:pt x="2890013" y="3156934"/>
                </a:lnTo>
                <a:cubicBezTo>
                  <a:pt x="2890013" y="3098497"/>
                  <a:pt x="2886665" y="3056156"/>
                  <a:pt x="2879971" y="3029910"/>
                </a:cubicBezTo>
                <a:cubicBezTo>
                  <a:pt x="2873276" y="3003664"/>
                  <a:pt x="2858015" y="2981696"/>
                  <a:pt x="2834188" y="2964007"/>
                </a:cubicBezTo>
                <a:cubicBezTo>
                  <a:pt x="2810360" y="2946317"/>
                  <a:pt x="2780034" y="2937472"/>
                  <a:pt x="2743208" y="2937472"/>
                </a:cubicBezTo>
                <a:close/>
                <a:moveTo>
                  <a:pt x="2090801" y="2937472"/>
                </a:moveTo>
                <a:cubicBezTo>
                  <a:pt x="2035241" y="2937472"/>
                  <a:pt x="1989320" y="2948462"/>
                  <a:pt x="1953036" y="2970441"/>
                </a:cubicBezTo>
                <a:cubicBezTo>
                  <a:pt x="1916752" y="2992421"/>
                  <a:pt x="1891660" y="3021481"/>
                  <a:pt x="1877759" y="3057622"/>
                </a:cubicBezTo>
                <a:cubicBezTo>
                  <a:pt x="1863859" y="3093763"/>
                  <a:pt x="1856908" y="3143124"/>
                  <a:pt x="1856909" y="3205703"/>
                </a:cubicBezTo>
                <a:lnTo>
                  <a:pt x="1856909" y="3374902"/>
                </a:lnTo>
                <a:cubicBezTo>
                  <a:pt x="1856908" y="3431944"/>
                  <a:pt x="1860706" y="3475050"/>
                  <a:pt x="1868300" y="3504219"/>
                </a:cubicBezTo>
                <a:cubicBezTo>
                  <a:pt x="1875894" y="3533388"/>
                  <a:pt x="1888810" y="3558506"/>
                  <a:pt x="1907046" y="3579573"/>
                </a:cubicBezTo>
                <a:cubicBezTo>
                  <a:pt x="1925283" y="3600640"/>
                  <a:pt x="1950409" y="3616251"/>
                  <a:pt x="1982424" y="3626406"/>
                </a:cubicBezTo>
                <a:cubicBezTo>
                  <a:pt x="2014439" y="3636561"/>
                  <a:pt x="2053385" y="3641638"/>
                  <a:pt x="2099261" y="3641638"/>
                </a:cubicBezTo>
                <a:cubicBezTo>
                  <a:pt x="2140353" y="3641638"/>
                  <a:pt x="2177001" y="3635633"/>
                  <a:pt x="2209206" y="3623622"/>
                </a:cubicBezTo>
                <a:cubicBezTo>
                  <a:pt x="2241410" y="3611612"/>
                  <a:pt x="2267832" y="3592927"/>
                  <a:pt x="2288471" y="3567567"/>
                </a:cubicBezTo>
                <a:cubicBezTo>
                  <a:pt x="2309110" y="3542208"/>
                  <a:pt x="2322547" y="3515065"/>
                  <a:pt x="2328780" y="3486137"/>
                </a:cubicBezTo>
                <a:cubicBezTo>
                  <a:pt x="2335014" y="3457208"/>
                  <a:pt x="2338130" y="3412831"/>
                  <a:pt x="2338130" y="3353005"/>
                </a:cubicBezTo>
                <a:lnTo>
                  <a:pt x="2338130" y="3191271"/>
                </a:lnTo>
                <a:cubicBezTo>
                  <a:pt x="2338130" y="3143886"/>
                  <a:pt x="2334730" y="3108159"/>
                  <a:pt x="2327929" y="3084091"/>
                </a:cubicBezTo>
                <a:cubicBezTo>
                  <a:pt x="2321128" y="3060022"/>
                  <a:pt x="2308434" y="3036592"/>
                  <a:pt x="2289847" y="3013798"/>
                </a:cubicBezTo>
                <a:cubicBezTo>
                  <a:pt x="2271261" y="2991005"/>
                  <a:pt x="2245061" y="2972586"/>
                  <a:pt x="2211247" y="2958541"/>
                </a:cubicBezTo>
                <a:cubicBezTo>
                  <a:pt x="2177433" y="2944495"/>
                  <a:pt x="2137284" y="2937472"/>
                  <a:pt x="2090801" y="2937472"/>
                </a:cubicBezTo>
                <a:close/>
                <a:moveTo>
                  <a:pt x="1386631" y="2804104"/>
                </a:moveTo>
                <a:lnTo>
                  <a:pt x="1386631" y="3629695"/>
                </a:lnTo>
                <a:lnTo>
                  <a:pt x="1614054" y="3629695"/>
                </a:lnTo>
                <a:lnTo>
                  <a:pt x="1614054" y="2804104"/>
                </a:lnTo>
                <a:close/>
                <a:moveTo>
                  <a:pt x="1091356" y="2804104"/>
                </a:moveTo>
                <a:lnTo>
                  <a:pt x="1091356" y="2929013"/>
                </a:lnTo>
                <a:lnTo>
                  <a:pt x="1318779" y="2929013"/>
                </a:lnTo>
                <a:lnTo>
                  <a:pt x="1318779" y="2804104"/>
                </a:lnTo>
                <a:close/>
                <a:moveTo>
                  <a:pt x="762636" y="2787184"/>
                </a:moveTo>
                <a:cubicBezTo>
                  <a:pt x="715915" y="2787184"/>
                  <a:pt x="674701" y="2794983"/>
                  <a:pt x="638995" y="2810581"/>
                </a:cubicBezTo>
                <a:cubicBezTo>
                  <a:pt x="603290" y="2826179"/>
                  <a:pt x="574873" y="2848645"/>
                  <a:pt x="553746" y="2877977"/>
                </a:cubicBezTo>
                <a:cubicBezTo>
                  <a:pt x="532620" y="2907309"/>
                  <a:pt x="520102" y="2939223"/>
                  <a:pt x="516194" y="2973719"/>
                </a:cubicBezTo>
                <a:cubicBezTo>
                  <a:pt x="512285" y="3008214"/>
                  <a:pt x="510331" y="3066300"/>
                  <a:pt x="510331" y="3147976"/>
                </a:cubicBezTo>
                <a:lnTo>
                  <a:pt x="510331" y="3285823"/>
                </a:lnTo>
                <a:cubicBezTo>
                  <a:pt x="510331" y="3369583"/>
                  <a:pt x="512377" y="3428513"/>
                  <a:pt x="516470" y="3462611"/>
                </a:cubicBezTo>
                <a:cubicBezTo>
                  <a:pt x="520562" y="3496710"/>
                  <a:pt x="533588" y="3528574"/>
                  <a:pt x="555546" y="3558202"/>
                </a:cubicBezTo>
                <a:cubicBezTo>
                  <a:pt x="577505" y="3587830"/>
                  <a:pt x="606332" y="3609972"/>
                  <a:pt x="642028" y="3624629"/>
                </a:cubicBezTo>
                <a:cubicBezTo>
                  <a:pt x="677723" y="3639287"/>
                  <a:pt x="717926" y="3646615"/>
                  <a:pt x="762636" y="3646615"/>
                </a:cubicBezTo>
                <a:cubicBezTo>
                  <a:pt x="809617" y="3646615"/>
                  <a:pt x="850951" y="3638820"/>
                  <a:pt x="886639" y="3623230"/>
                </a:cubicBezTo>
                <a:cubicBezTo>
                  <a:pt x="922327" y="3607639"/>
                  <a:pt x="950737" y="3585174"/>
                  <a:pt x="971868" y="3555834"/>
                </a:cubicBezTo>
                <a:cubicBezTo>
                  <a:pt x="993000" y="3526494"/>
                  <a:pt x="1005545" y="3494362"/>
                  <a:pt x="1009503" y="3459439"/>
                </a:cubicBezTo>
                <a:cubicBezTo>
                  <a:pt x="1013461" y="3424516"/>
                  <a:pt x="1015439" y="3366644"/>
                  <a:pt x="1015439" y="3285823"/>
                </a:cubicBezTo>
                <a:lnTo>
                  <a:pt x="1015439" y="3147976"/>
                </a:lnTo>
                <a:cubicBezTo>
                  <a:pt x="1015439" y="3065207"/>
                  <a:pt x="1013370" y="3006575"/>
                  <a:pt x="1009230" y="2972082"/>
                </a:cubicBezTo>
                <a:cubicBezTo>
                  <a:pt x="1005091" y="2937589"/>
                  <a:pt x="992038" y="2905525"/>
                  <a:pt x="970072" y="2875889"/>
                </a:cubicBezTo>
                <a:cubicBezTo>
                  <a:pt x="948106" y="2846253"/>
                  <a:pt x="919161" y="2824060"/>
                  <a:pt x="883237" y="2809310"/>
                </a:cubicBezTo>
                <a:cubicBezTo>
                  <a:pt x="847313" y="2794559"/>
                  <a:pt x="807113" y="2787184"/>
                  <a:pt x="762636" y="2787184"/>
                </a:cubicBezTo>
                <a:close/>
                <a:moveTo>
                  <a:pt x="3402694" y="1855125"/>
                </a:moveTo>
                <a:cubicBezTo>
                  <a:pt x="3410096" y="1855125"/>
                  <a:pt x="3415098" y="1858260"/>
                  <a:pt x="3417701" y="1864530"/>
                </a:cubicBezTo>
                <a:cubicBezTo>
                  <a:pt x="3420303" y="1870800"/>
                  <a:pt x="3421604" y="1890059"/>
                  <a:pt x="3421604" y="1922307"/>
                </a:cubicBezTo>
                <a:lnTo>
                  <a:pt x="3421604" y="2226865"/>
                </a:lnTo>
                <a:cubicBezTo>
                  <a:pt x="3421604" y="2253976"/>
                  <a:pt x="3420273" y="2270540"/>
                  <a:pt x="3417611" y="2276559"/>
                </a:cubicBezTo>
                <a:cubicBezTo>
                  <a:pt x="3414949" y="2282577"/>
                  <a:pt x="3409811" y="2285587"/>
                  <a:pt x="3402196" y="2285587"/>
                </a:cubicBezTo>
                <a:cubicBezTo>
                  <a:pt x="3395151" y="2285587"/>
                  <a:pt x="3390238" y="2282284"/>
                  <a:pt x="3387457" y="2275677"/>
                </a:cubicBezTo>
                <a:cubicBezTo>
                  <a:pt x="3384676" y="2269070"/>
                  <a:pt x="3383285" y="2250643"/>
                  <a:pt x="3383285" y="2220396"/>
                </a:cubicBezTo>
                <a:lnTo>
                  <a:pt x="3383285" y="1922307"/>
                </a:lnTo>
                <a:cubicBezTo>
                  <a:pt x="3383285" y="1889831"/>
                  <a:pt x="3384678" y="1870515"/>
                  <a:pt x="3387465" y="1864359"/>
                </a:cubicBezTo>
                <a:cubicBezTo>
                  <a:pt x="3390251" y="1858203"/>
                  <a:pt x="3395327" y="1855125"/>
                  <a:pt x="3402694" y="1855125"/>
                </a:cubicBezTo>
                <a:close/>
                <a:moveTo>
                  <a:pt x="2526394" y="1855125"/>
                </a:moveTo>
                <a:cubicBezTo>
                  <a:pt x="2533796" y="1855125"/>
                  <a:pt x="2538798" y="1858260"/>
                  <a:pt x="2541400" y="1864530"/>
                </a:cubicBezTo>
                <a:cubicBezTo>
                  <a:pt x="2544003" y="1870800"/>
                  <a:pt x="2545304" y="1890059"/>
                  <a:pt x="2545304" y="1922307"/>
                </a:cubicBezTo>
                <a:lnTo>
                  <a:pt x="2545304" y="2226865"/>
                </a:lnTo>
                <a:cubicBezTo>
                  <a:pt x="2545304" y="2253976"/>
                  <a:pt x="2543973" y="2270540"/>
                  <a:pt x="2541311" y="2276559"/>
                </a:cubicBezTo>
                <a:cubicBezTo>
                  <a:pt x="2538649" y="2282577"/>
                  <a:pt x="2533510" y="2285587"/>
                  <a:pt x="2525896" y="2285587"/>
                </a:cubicBezTo>
                <a:cubicBezTo>
                  <a:pt x="2518851" y="2285587"/>
                  <a:pt x="2513938" y="2282284"/>
                  <a:pt x="2511157" y="2275677"/>
                </a:cubicBezTo>
                <a:cubicBezTo>
                  <a:pt x="2508376" y="2269070"/>
                  <a:pt x="2506985" y="2250643"/>
                  <a:pt x="2506985" y="2220396"/>
                </a:cubicBezTo>
                <a:lnTo>
                  <a:pt x="2506985" y="1922307"/>
                </a:lnTo>
                <a:cubicBezTo>
                  <a:pt x="2506985" y="1889831"/>
                  <a:pt x="2508378" y="1870515"/>
                  <a:pt x="2511165" y="1864359"/>
                </a:cubicBezTo>
                <a:cubicBezTo>
                  <a:pt x="2513951" y="1858203"/>
                  <a:pt x="2519027" y="1855125"/>
                  <a:pt x="2526394" y="1855125"/>
                </a:cubicBezTo>
                <a:close/>
                <a:moveTo>
                  <a:pt x="745219" y="1855125"/>
                </a:moveTo>
                <a:cubicBezTo>
                  <a:pt x="752621" y="1855125"/>
                  <a:pt x="757623" y="1858260"/>
                  <a:pt x="760226" y="1864530"/>
                </a:cubicBezTo>
                <a:cubicBezTo>
                  <a:pt x="762828" y="1870800"/>
                  <a:pt x="764129" y="1890059"/>
                  <a:pt x="764129" y="1922307"/>
                </a:cubicBezTo>
                <a:lnTo>
                  <a:pt x="764129" y="2226865"/>
                </a:lnTo>
                <a:cubicBezTo>
                  <a:pt x="764129" y="2253976"/>
                  <a:pt x="762798" y="2270540"/>
                  <a:pt x="760136" y="2276559"/>
                </a:cubicBezTo>
                <a:cubicBezTo>
                  <a:pt x="757474" y="2282577"/>
                  <a:pt x="752336" y="2285587"/>
                  <a:pt x="744721" y="2285587"/>
                </a:cubicBezTo>
                <a:cubicBezTo>
                  <a:pt x="737676" y="2285587"/>
                  <a:pt x="732763" y="2282284"/>
                  <a:pt x="729982" y="2275677"/>
                </a:cubicBezTo>
                <a:cubicBezTo>
                  <a:pt x="727201" y="2269070"/>
                  <a:pt x="725811" y="2250643"/>
                  <a:pt x="725811" y="2220396"/>
                </a:cubicBezTo>
                <a:lnTo>
                  <a:pt x="725811" y="1922307"/>
                </a:lnTo>
                <a:cubicBezTo>
                  <a:pt x="725811" y="1889831"/>
                  <a:pt x="727204" y="1870515"/>
                  <a:pt x="729990" y="1864359"/>
                </a:cubicBezTo>
                <a:cubicBezTo>
                  <a:pt x="732777" y="1858203"/>
                  <a:pt x="737853" y="1855125"/>
                  <a:pt x="745219" y="1855125"/>
                </a:cubicBezTo>
                <a:close/>
                <a:moveTo>
                  <a:pt x="4051119" y="1718273"/>
                </a:moveTo>
                <a:cubicBezTo>
                  <a:pt x="3984367" y="1722290"/>
                  <a:pt x="3942068" y="1755218"/>
                  <a:pt x="3924220" y="1817056"/>
                </a:cubicBezTo>
                <a:lnTo>
                  <a:pt x="3932182" y="1730217"/>
                </a:lnTo>
                <a:lnTo>
                  <a:pt x="3710730" y="1730217"/>
                </a:lnTo>
                <a:lnTo>
                  <a:pt x="3710730" y="2410495"/>
                </a:lnTo>
                <a:lnTo>
                  <a:pt x="3932182" y="2410495"/>
                </a:lnTo>
                <a:lnTo>
                  <a:pt x="3932182" y="2139777"/>
                </a:lnTo>
                <a:cubicBezTo>
                  <a:pt x="3932182" y="2076323"/>
                  <a:pt x="3933970" y="2036627"/>
                  <a:pt x="3937548" y="2020689"/>
                </a:cubicBezTo>
                <a:cubicBezTo>
                  <a:pt x="3941124" y="2004752"/>
                  <a:pt x="3950484" y="1992415"/>
                  <a:pt x="3965625" y="1983681"/>
                </a:cubicBezTo>
                <a:cubicBezTo>
                  <a:pt x="3980767" y="1974946"/>
                  <a:pt x="4009265" y="1970579"/>
                  <a:pt x="4051119" y="1970579"/>
                </a:cubicBezTo>
                <a:close/>
                <a:moveTo>
                  <a:pt x="3395726" y="1718273"/>
                </a:moveTo>
                <a:cubicBezTo>
                  <a:pt x="3340166" y="1718273"/>
                  <a:pt x="3294244" y="1729263"/>
                  <a:pt x="3257961" y="1751242"/>
                </a:cubicBezTo>
                <a:cubicBezTo>
                  <a:pt x="3221676" y="1773222"/>
                  <a:pt x="3196584" y="1802282"/>
                  <a:pt x="3182684" y="1838423"/>
                </a:cubicBezTo>
                <a:cubicBezTo>
                  <a:pt x="3168784" y="1874564"/>
                  <a:pt x="3161834" y="1923924"/>
                  <a:pt x="3161834" y="1986503"/>
                </a:cubicBezTo>
                <a:lnTo>
                  <a:pt x="3161834" y="2155702"/>
                </a:lnTo>
                <a:cubicBezTo>
                  <a:pt x="3161834" y="2212744"/>
                  <a:pt x="3165631" y="2255850"/>
                  <a:pt x="3173225" y="2285019"/>
                </a:cubicBezTo>
                <a:cubicBezTo>
                  <a:pt x="3180820" y="2314188"/>
                  <a:pt x="3193735" y="2339306"/>
                  <a:pt x="3211971" y="2360374"/>
                </a:cubicBezTo>
                <a:cubicBezTo>
                  <a:pt x="3230208" y="2381440"/>
                  <a:pt x="3255334" y="2397052"/>
                  <a:pt x="3287349" y="2407206"/>
                </a:cubicBezTo>
                <a:cubicBezTo>
                  <a:pt x="3319364" y="2417362"/>
                  <a:pt x="3358310" y="2422439"/>
                  <a:pt x="3404186" y="2422439"/>
                </a:cubicBezTo>
                <a:cubicBezTo>
                  <a:pt x="3445278" y="2422439"/>
                  <a:pt x="3481926" y="2416433"/>
                  <a:pt x="3514131" y="2404423"/>
                </a:cubicBezTo>
                <a:cubicBezTo>
                  <a:pt x="3546335" y="2392412"/>
                  <a:pt x="3572757" y="2373726"/>
                  <a:pt x="3593396" y="2348368"/>
                </a:cubicBezTo>
                <a:cubicBezTo>
                  <a:pt x="3614035" y="2323008"/>
                  <a:pt x="3627472" y="2295865"/>
                  <a:pt x="3633705" y="2266936"/>
                </a:cubicBezTo>
                <a:cubicBezTo>
                  <a:pt x="3639939" y="2238009"/>
                  <a:pt x="3643056" y="2193631"/>
                  <a:pt x="3643056" y="2133806"/>
                </a:cubicBezTo>
                <a:lnTo>
                  <a:pt x="3643056" y="1972072"/>
                </a:lnTo>
                <a:cubicBezTo>
                  <a:pt x="3643056" y="1924686"/>
                  <a:pt x="3639655" y="1888960"/>
                  <a:pt x="3632854" y="1864891"/>
                </a:cubicBezTo>
                <a:cubicBezTo>
                  <a:pt x="3626052" y="1840823"/>
                  <a:pt x="3613359" y="1817392"/>
                  <a:pt x="3594772" y="1794599"/>
                </a:cubicBezTo>
                <a:cubicBezTo>
                  <a:pt x="3576186" y="1771806"/>
                  <a:pt x="3549986" y="1753387"/>
                  <a:pt x="3516172" y="1739341"/>
                </a:cubicBezTo>
                <a:cubicBezTo>
                  <a:pt x="3482358" y="1725296"/>
                  <a:pt x="3442210" y="1718273"/>
                  <a:pt x="3395726" y="1718273"/>
                </a:cubicBezTo>
                <a:close/>
                <a:moveTo>
                  <a:pt x="2519426" y="1718273"/>
                </a:moveTo>
                <a:cubicBezTo>
                  <a:pt x="2463866" y="1718273"/>
                  <a:pt x="2417944" y="1729263"/>
                  <a:pt x="2381660" y="1751242"/>
                </a:cubicBezTo>
                <a:cubicBezTo>
                  <a:pt x="2345376" y="1773222"/>
                  <a:pt x="2320284" y="1802282"/>
                  <a:pt x="2306384" y="1838423"/>
                </a:cubicBezTo>
                <a:cubicBezTo>
                  <a:pt x="2292484" y="1874564"/>
                  <a:pt x="2285534" y="1923924"/>
                  <a:pt x="2285534" y="1986503"/>
                </a:cubicBezTo>
                <a:lnTo>
                  <a:pt x="2285534" y="2155702"/>
                </a:lnTo>
                <a:cubicBezTo>
                  <a:pt x="2285534" y="2212744"/>
                  <a:pt x="2289331" y="2255850"/>
                  <a:pt x="2296925" y="2285019"/>
                </a:cubicBezTo>
                <a:cubicBezTo>
                  <a:pt x="2304519" y="2314188"/>
                  <a:pt x="2317435" y="2339306"/>
                  <a:pt x="2335671" y="2360374"/>
                </a:cubicBezTo>
                <a:cubicBezTo>
                  <a:pt x="2353908" y="2381440"/>
                  <a:pt x="2379034" y="2397052"/>
                  <a:pt x="2411049" y="2407206"/>
                </a:cubicBezTo>
                <a:cubicBezTo>
                  <a:pt x="2443064" y="2417362"/>
                  <a:pt x="2482010" y="2422439"/>
                  <a:pt x="2527886" y="2422439"/>
                </a:cubicBezTo>
                <a:cubicBezTo>
                  <a:pt x="2568978" y="2422439"/>
                  <a:pt x="2605626" y="2416433"/>
                  <a:pt x="2637831" y="2404423"/>
                </a:cubicBezTo>
                <a:cubicBezTo>
                  <a:pt x="2670035" y="2392412"/>
                  <a:pt x="2696456" y="2373726"/>
                  <a:pt x="2717096" y="2348368"/>
                </a:cubicBezTo>
                <a:cubicBezTo>
                  <a:pt x="2737735" y="2323008"/>
                  <a:pt x="2751172" y="2295865"/>
                  <a:pt x="2757405" y="2266936"/>
                </a:cubicBezTo>
                <a:cubicBezTo>
                  <a:pt x="2763638" y="2238009"/>
                  <a:pt x="2766756" y="2193631"/>
                  <a:pt x="2766756" y="2133806"/>
                </a:cubicBezTo>
                <a:lnTo>
                  <a:pt x="2766756" y="1972072"/>
                </a:lnTo>
                <a:cubicBezTo>
                  <a:pt x="2766756" y="1924686"/>
                  <a:pt x="2763355" y="1888960"/>
                  <a:pt x="2756554" y="1864891"/>
                </a:cubicBezTo>
                <a:cubicBezTo>
                  <a:pt x="2749752" y="1840823"/>
                  <a:pt x="2737058" y="1817392"/>
                  <a:pt x="2718472" y="1794599"/>
                </a:cubicBezTo>
                <a:cubicBezTo>
                  <a:pt x="2699886" y="1771806"/>
                  <a:pt x="2673686" y="1753387"/>
                  <a:pt x="2639872" y="1739341"/>
                </a:cubicBezTo>
                <a:cubicBezTo>
                  <a:pt x="2606058" y="1725296"/>
                  <a:pt x="2565910" y="1718273"/>
                  <a:pt x="2519426" y="1718273"/>
                </a:cubicBezTo>
                <a:close/>
                <a:moveTo>
                  <a:pt x="738252" y="1718273"/>
                </a:moveTo>
                <a:cubicBezTo>
                  <a:pt x="682692" y="1718273"/>
                  <a:pt x="636770" y="1729263"/>
                  <a:pt x="600486" y="1751242"/>
                </a:cubicBezTo>
                <a:cubicBezTo>
                  <a:pt x="564202" y="1773222"/>
                  <a:pt x="539110" y="1802282"/>
                  <a:pt x="525209" y="1838423"/>
                </a:cubicBezTo>
                <a:cubicBezTo>
                  <a:pt x="511309" y="1874564"/>
                  <a:pt x="504359" y="1923924"/>
                  <a:pt x="504359" y="1986503"/>
                </a:cubicBezTo>
                <a:lnTo>
                  <a:pt x="504359" y="2155702"/>
                </a:lnTo>
                <a:cubicBezTo>
                  <a:pt x="504359" y="2212744"/>
                  <a:pt x="508157" y="2255850"/>
                  <a:pt x="515751" y="2285019"/>
                </a:cubicBezTo>
                <a:cubicBezTo>
                  <a:pt x="523345" y="2314188"/>
                  <a:pt x="536260" y="2339306"/>
                  <a:pt x="554497" y="2360374"/>
                </a:cubicBezTo>
                <a:cubicBezTo>
                  <a:pt x="572733" y="2381440"/>
                  <a:pt x="597859" y="2397052"/>
                  <a:pt x="629874" y="2407206"/>
                </a:cubicBezTo>
                <a:cubicBezTo>
                  <a:pt x="661889" y="2417362"/>
                  <a:pt x="700836" y="2422439"/>
                  <a:pt x="746712" y="2422439"/>
                </a:cubicBezTo>
                <a:cubicBezTo>
                  <a:pt x="787803" y="2422439"/>
                  <a:pt x="824452" y="2416433"/>
                  <a:pt x="856656" y="2404423"/>
                </a:cubicBezTo>
                <a:cubicBezTo>
                  <a:pt x="888860" y="2392412"/>
                  <a:pt x="915282" y="2373726"/>
                  <a:pt x="935921" y="2348368"/>
                </a:cubicBezTo>
                <a:cubicBezTo>
                  <a:pt x="956560" y="2323008"/>
                  <a:pt x="969997" y="2295865"/>
                  <a:pt x="976230" y="2266936"/>
                </a:cubicBezTo>
                <a:cubicBezTo>
                  <a:pt x="982464" y="2238009"/>
                  <a:pt x="985581" y="2193631"/>
                  <a:pt x="985581" y="2133806"/>
                </a:cubicBezTo>
                <a:lnTo>
                  <a:pt x="985581" y="1972072"/>
                </a:lnTo>
                <a:cubicBezTo>
                  <a:pt x="985581" y="1924686"/>
                  <a:pt x="982180" y="1888960"/>
                  <a:pt x="975379" y="1864891"/>
                </a:cubicBezTo>
                <a:cubicBezTo>
                  <a:pt x="968578" y="1840823"/>
                  <a:pt x="955884" y="1817392"/>
                  <a:pt x="937298" y="1794599"/>
                </a:cubicBezTo>
                <a:cubicBezTo>
                  <a:pt x="918711" y="1771806"/>
                  <a:pt x="892511" y="1753387"/>
                  <a:pt x="858697" y="1739341"/>
                </a:cubicBezTo>
                <a:cubicBezTo>
                  <a:pt x="824883" y="1725296"/>
                  <a:pt x="784735" y="1718273"/>
                  <a:pt x="738252" y="1718273"/>
                </a:cubicBezTo>
                <a:close/>
                <a:moveTo>
                  <a:pt x="2844881" y="1642133"/>
                </a:moveTo>
                <a:lnTo>
                  <a:pt x="2844881" y="1746141"/>
                </a:lnTo>
                <a:lnTo>
                  <a:pt x="2801586" y="1746141"/>
                </a:lnTo>
                <a:lnTo>
                  <a:pt x="2801586" y="1870552"/>
                </a:lnTo>
                <a:lnTo>
                  <a:pt x="2844881" y="1870552"/>
                </a:lnTo>
                <a:lnTo>
                  <a:pt x="2844881" y="2196011"/>
                </a:lnTo>
                <a:cubicBezTo>
                  <a:pt x="2844881" y="2262534"/>
                  <a:pt x="2846847" y="2305359"/>
                  <a:pt x="2850779" y="2324485"/>
                </a:cubicBezTo>
                <a:cubicBezTo>
                  <a:pt x="2854710" y="2343610"/>
                  <a:pt x="2864837" y="2360699"/>
                  <a:pt x="2881158" y="2375750"/>
                </a:cubicBezTo>
                <a:cubicBezTo>
                  <a:pt x="2897479" y="2390801"/>
                  <a:pt x="2916045" y="2400355"/>
                  <a:pt x="2936856" y="2404411"/>
                </a:cubicBezTo>
                <a:cubicBezTo>
                  <a:pt x="2957666" y="2408467"/>
                  <a:pt x="2991370" y="2410495"/>
                  <a:pt x="3037967" y="2410495"/>
                </a:cubicBezTo>
                <a:lnTo>
                  <a:pt x="3129533" y="2410495"/>
                </a:lnTo>
                <a:lnTo>
                  <a:pt x="3129533" y="2284094"/>
                </a:lnTo>
                <a:cubicBezTo>
                  <a:pt x="3092785" y="2284094"/>
                  <a:pt x="3073148" y="2282690"/>
                  <a:pt x="3070621" y="2279884"/>
                </a:cubicBezTo>
                <a:cubicBezTo>
                  <a:pt x="3068094" y="2277076"/>
                  <a:pt x="3066830" y="2255091"/>
                  <a:pt x="3066830" y="2213926"/>
                </a:cubicBezTo>
                <a:lnTo>
                  <a:pt x="3066830" y="1870552"/>
                </a:lnTo>
                <a:lnTo>
                  <a:pt x="3121074" y="1870552"/>
                </a:lnTo>
                <a:lnTo>
                  <a:pt x="3121074" y="1746141"/>
                </a:lnTo>
                <a:lnTo>
                  <a:pt x="3066830" y="1746141"/>
                </a:lnTo>
                <a:lnTo>
                  <a:pt x="3066830" y="1642133"/>
                </a:lnTo>
                <a:close/>
                <a:moveTo>
                  <a:pt x="1545002" y="1584904"/>
                </a:moveTo>
                <a:lnTo>
                  <a:pt x="1545002" y="2410495"/>
                </a:lnTo>
                <a:lnTo>
                  <a:pt x="1748531" y="2410495"/>
                </a:lnTo>
                <a:lnTo>
                  <a:pt x="1748717" y="1879012"/>
                </a:lnTo>
                <a:lnTo>
                  <a:pt x="1806483" y="2410495"/>
                </a:lnTo>
                <a:lnTo>
                  <a:pt x="1954252" y="2410495"/>
                </a:lnTo>
                <a:lnTo>
                  <a:pt x="2008130" y="1866571"/>
                </a:lnTo>
                <a:lnTo>
                  <a:pt x="2008316" y="2410495"/>
                </a:lnTo>
                <a:lnTo>
                  <a:pt x="2211845" y="2410495"/>
                </a:lnTo>
                <a:lnTo>
                  <a:pt x="2211845" y="1584904"/>
                </a:lnTo>
                <a:lnTo>
                  <a:pt x="1919969" y="1584904"/>
                </a:lnTo>
                <a:lnTo>
                  <a:pt x="1880204" y="1961123"/>
                </a:lnTo>
                <a:lnTo>
                  <a:pt x="1860983" y="1763216"/>
                </a:lnTo>
                <a:cubicBezTo>
                  <a:pt x="1852461" y="1697579"/>
                  <a:pt x="1843780" y="1638142"/>
                  <a:pt x="1834942" y="1584904"/>
                </a:cubicBezTo>
                <a:close/>
                <a:moveTo>
                  <a:pt x="1245844" y="1584904"/>
                </a:moveTo>
                <a:cubicBezTo>
                  <a:pt x="1200299" y="1584904"/>
                  <a:pt x="1166248" y="1588076"/>
                  <a:pt x="1143691" y="1594418"/>
                </a:cubicBezTo>
                <a:cubicBezTo>
                  <a:pt x="1121133" y="1600760"/>
                  <a:pt x="1103288" y="1610315"/>
                  <a:pt x="1090152" y="1623083"/>
                </a:cubicBezTo>
                <a:cubicBezTo>
                  <a:pt x="1077016" y="1635851"/>
                  <a:pt x="1068826" y="1650162"/>
                  <a:pt x="1065585" y="1666017"/>
                </a:cubicBezTo>
                <a:cubicBezTo>
                  <a:pt x="1062342" y="1681871"/>
                  <a:pt x="1060721" y="1708579"/>
                  <a:pt x="1060721" y="1746141"/>
                </a:cubicBezTo>
                <a:lnTo>
                  <a:pt x="1019416" y="1746141"/>
                </a:lnTo>
                <a:lnTo>
                  <a:pt x="1019416" y="1870552"/>
                </a:lnTo>
                <a:lnTo>
                  <a:pt x="1060721" y="1870552"/>
                </a:lnTo>
                <a:lnTo>
                  <a:pt x="1060721" y="2410495"/>
                </a:lnTo>
                <a:lnTo>
                  <a:pt x="1282172" y="2410495"/>
                </a:lnTo>
                <a:lnTo>
                  <a:pt x="1282172" y="1870552"/>
                </a:lnTo>
                <a:lnTo>
                  <a:pt x="1329946" y="1870552"/>
                </a:lnTo>
                <a:lnTo>
                  <a:pt x="1329946" y="1746141"/>
                </a:lnTo>
                <a:lnTo>
                  <a:pt x="1245346" y="1746141"/>
                </a:lnTo>
                <a:lnTo>
                  <a:pt x="1245346" y="1735193"/>
                </a:lnTo>
                <a:cubicBezTo>
                  <a:pt x="1245346" y="1721238"/>
                  <a:pt x="1247771" y="1713022"/>
                  <a:pt x="1252621" y="1710544"/>
                </a:cubicBezTo>
                <a:cubicBezTo>
                  <a:pt x="1257470" y="1708066"/>
                  <a:pt x="1283245" y="1706827"/>
                  <a:pt x="1329946" y="1706827"/>
                </a:cubicBezTo>
                <a:lnTo>
                  <a:pt x="1329946" y="1584904"/>
                </a:lnTo>
                <a:close/>
                <a:moveTo>
                  <a:pt x="3584664" y="635925"/>
                </a:moveTo>
                <a:cubicBezTo>
                  <a:pt x="3591180" y="635925"/>
                  <a:pt x="3595794" y="639626"/>
                  <a:pt x="3598508" y="647029"/>
                </a:cubicBezTo>
                <a:cubicBezTo>
                  <a:pt x="3601222" y="654431"/>
                  <a:pt x="3602578" y="674451"/>
                  <a:pt x="3602578" y="707088"/>
                </a:cubicBezTo>
                <a:lnTo>
                  <a:pt x="3602578" y="745407"/>
                </a:lnTo>
                <a:lnTo>
                  <a:pt x="3564260" y="745407"/>
                </a:lnTo>
                <a:lnTo>
                  <a:pt x="3564260" y="707088"/>
                </a:lnTo>
                <a:cubicBezTo>
                  <a:pt x="3564260" y="671030"/>
                  <a:pt x="3565376" y="650155"/>
                  <a:pt x="3567608" y="644463"/>
                </a:cubicBezTo>
                <a:cubicBezTo>
                  <a:pt x="3569839" y="638771"/>
                  <a:pt x="3575524" y="635925"/>
                  <a:pt x="3584664" y="635925"/>
                </a:cubicBezTo>
                <a:close/>
                <a:moveTo>
                  <a:pt x="1784439" y="635925"/>
                </a:moveTo>
                <a:cubicBezTo>
                  <a:pt x="1790955" y="635925"/>
                  <a:pt x="1795570" y="639626"/>
                  <a:pt x="1798283" y="647029"/>
                </a:cubicBezTo>
                <a:cubicBezTo>
                  <a:pt x="1800997" y="654431"/>
                  <a:pt x="1802354" y="674451"/>
                  <a:pt x="1802354" y="707088"/>
                </a:cubicBezTo>
                <a:lnTo>
                  <a:pt x="1802354" y="745407"/>
                </a:lnTo>
                <a:lnTo>
                  <a:pt x="1764035" y="745407"/>
                </a:lnTo>
                <a:lnTo>
                  <a:pt x="1764035" y="707088"/>
                </a:lnTo>
                <a:cubicBezTo>
                  <a:pt x="1764035" y="671030"/>
                  <a:pt x="1765151" y="650155"/>
                  <a:pt x="1767383" y="644463"/>
                </a:cubicBezTo>
                <a:cubicBezTo>
                  <a:pt x="1769614" y="638771"/>
                  <a:pt x="1775300" y="635925"/>
                  <a:pt x="1784439" y="635925"/>
                </a:cubicBezTo>
                <a:close/>
                <a:moveTo>
                  <a:pt x="4119129" y="499073"/>
                </a:moveTo>
                <a:cubicBezTo>
                  <a:pt x="4064554" y="499073"/>
                  <a:pt x="4017959" y="510814"/>
                  <a:pt x="3979345" y="534297"/>
                </a:cubicBezTo>
                <a:cubicBezTo>
                  <a:pt x="3940731" y="557779"/>
                  <a:pt x="3915476" y="584567"/>
                  <a:pt x="3903579" y="614659"/>
                </a:cubicBezTo>
                <a:cubicBezTo>
                  <a:pt x="3891682" y="644751"/>
                  <a:pt x="3885734" y="688499"/>
                  <a:pt x="3885734" y="745905"/>
                </a:cubicBezTo>
                <a:lnTo>
                  <a:pt x="3885734" y="933516"/>
                </a:lnTo>
                <a:cubicBezTo>
                  <a:pt x="3885734" y="999314"/>
                  <a:pt x="3892936" y="1050522"/>
                  <a:pt x="3907342" y="1087141"/>
                </a:cubicBezTo>
                <a:cubicBezTo>
                  <a:pt x="3921748" y="1123759"/>
                  <a:pt x="3946379" y="1152263"/>
                  <a:pt x="3981234" y="1172654"/>
                </a:cubicBezTo>
                <a:cubicBezTo>
                  <a:pt x="4016090" y="1193044"/>
                  <a:pt x="4062884" y="1203240"/>
                  <a:pt x="4121617" y="1203240"/>
                </a:cubicBezTo>
                <a:cubicBezTo>
                  <a:pt x="4167680" y="1203240"/>
                  <a:pt x="4206610" y="1195815"/>
                  <a:pt x="4238408" y="1180966"/>
                </a:cubicBezTo>
                <a:cubicBezTo>
                  <a:pt x="4270205" y="1166117"/>
                  <a:pt x="4295938" y="1144160"/>
                  <a:pt x="4315605" y="1115094"/>
                </a:cubicBezTo>
                <a:cubicBezTo>
                  <a:pt x="4335272" y="1086029"/>
                  <a:pt x="4346922" y="1057733"/>
                  <a:pt x="4350556" y="1030207"/>
                </a:cubicBezTo>
                <a:cubicBezTo>
                  <a:pt x="4354190" y="1002681"/>
                  <a:pt x="4356173" y="959171"/>
                  <a:pt x="4356505" y="899677"/>
                </a:cubicBezTo>
                <a:lnTo>
                  <a:pt x="4156950" y="899677"/>
                </a:lnTo>
                <a:lnTo>
                  <a:pt x="4156950" y="988257"/>
                </a:lnTo>
                <a:cubicBezTo>
                  <a:pt x="4156950" y="1021107"/>
                  <a:pt x="4155064" y="1042341"/>
                  <a:pt x="4151293" y="1051959"/>
                </a:cubicBezTo>
                <a:cubicBezTo>
                  <a:pt x="4147522" y="1061578"/>
                  <a:pt x="4141113" y="1066387"/>
                  <a:pt x="4132068" y="1066387"/>
                </a:cubicBezTo>
                <a:cubicBezTo>
                  <a:pt x="4124769" y="1066387"/>
                  <a:pt x="4118797" y="1061807"/>
                  <a:pt x="4114152" y="1052648"/>
                </a:cubicBezTo>
                <a:cubicBezTo>
                  <a:pt x="4109508" y="1043488"/>
                  <a:pt x="4107185" y="1027830"/>
                  <a:pt x="4107185" y="1005675"/>
                </a:cubicBezTo>
                <a:lnTo>
                  <a:pt x="4107185" y="694149"/>
                </a:lnTo>
                <a:cubicBezTo>
                  <a:pt x="4107185" y="666603"/>
                  <a:pt x="4108537" y="650012"/>
                  <a:pt x="4111240" y="644377"/>
                </a:cubicBezTo>
                <a:cubicBezTo>
                  <a:pt x="4113944" y="638742"/>
                  <a:pt x="4118895" y="635925"/>
                  <a:pt x="4126096" y="635925"/>
                </a:cubicBezTo>
                <a:cubicBezTo>
                  <a:pt x="4133342" y="635925"/>
                  <a:pt x="4138554" y="639410"/>
                  <a:pt x="4141732" y="646379"/>
                </a:cubicBezTo>
                <a:cubicBezTo>
                  <a:pt x="4144910" y="653349"/>
                  <a:pt x="4146499" y="669273"/>
                  <a:pt x="4146499" y="694149"/>
                </a:cubicBezTo>
                <a:lnTo>
                  <a:pt x="4146499" y="780242"/>
                </a:lnTo>
                <a:lnTo>
                  <a:pt x="4356505" y="780242"/>
                </a:lnTo>
                <a:cubicBezTo>
                  <a:pt x="4356505" y="710598"/>
                  <a:pt x="4350073" y="658044"/>
                  <a:pt x="4337209" y="622582"/>
                </a:cubicBezTo>
                <a:cubicBezTo>
                  <a:pt x="4324346" y="587120"/>
                  <a:pt x="4298326" y="557669"/>
                  <a:pt x="4259149" y="534231"/>
                </a:cubicBezTo>
                <a:cubicBezTo>
                  <a:pt x="4219973" y="510792"/>
                  <a:pt x="4173299" y="499073"/>
                  <a:pt x="4119129" y="499073"/>
                </a:cubicBezTo>
                <a:close/>
                <a:moveTo>
                  <a:pt x="3575208" y="499073"/>
                </a:moveTo>
                <a:cubicBezTo>
                  <a:pt x="3527538" y="499073"/>
                  <a:pt x="3485086" y="508382"/>
                  <a:pt x="3447850" y="526999"/>
                </a:cubicBezTo>
                <a:cubicBezTo>
                  <a:pt x="3410615" y="545617"/>
                  <a:pt x="3383799" y="572455"/>
                  <a:pt x="3367403" y="607513"/>
                </a:cubicBezTo>
                <a:cubicBezTo>
                  <a:pt x="3351006" y="642571"/>
                  <a:pt x="3342808" y="689697"/>
                  <a:pt x="3342808" y="748890"/>
                </a:cubicBezTo>
                <a:lnTo>
                  <a:pt x="3342808" y="941479"/>
                </a:lnTo>
                <a:cubicBezTo>
                  <a:pt x="3342808" y="991575"/>
                  <a:pt x="3346442" y="1030036"/>
                  <a:pt x="3353710" y="1056862"/>
                </a:cubicBezTo>
                <a:cubicBezTo>
                  <a:pt x="3360978" y="1083689"/>
                  <a:pt x="3374154" y="1108396"/>
                  <a:pt x="3393238" y="1130984"/>
                </a:cubicBezTo>
                <a:cubicBezTo>
                  <a:pt x="3412322" y="1153572"/>
                  <a:pt x="3438806" y="1171262"/>
                  <a:pt x="3472690" y="1184053"/>
                </a:cubicBezTo>
                <a:cubicBezTo>
                  <a:pt x="3506574" y="1196844"/>
                  <a:pt x="3545391" y="1203240"/>
                  <a:pt x="3589142" y="1203240"/>
                </a:cubicBezTo>
                <a:cubicBezTo>
                  <a:pt x="3634448" y="1203240"/>
                  <a:pt x="3672343" y="1196708"/>
                  <a:pt x="3702827" y="1183645"/>
                </a:cubicBezTo>
                <a:cubicBezTo>
                  <a:pt x="3733310" y="1170582"/>
                  <a:pt x="3758522" y="1150929"/>
                  <a:pt x="3778465" y="1124685"/>
                </a:cubicBezTo>
                <a:cubicBezTo>
                  <a:pt x="3798406" y="1098443"/>
                  <a:pt x="3811069" y="1073862"/>
                  <a:pt x="3816453" y="1050945"/>
                </a:cubicBezTo>
                <a:cubicBezTo>
                  <a:pt x="3821836" y="1028027"/>
                  <a:pt x="3824528" y="995851"/>
                  <a:pt x="3824528" y="954417"/>
                </a:cubicBezTo>
                <a:lnTo>
                  <a:pt x="3824528" y="895695"/>
                </a:lnTo>
                <a:lnTo>
                  <a:pt x="3613527" y="895695"/>
                </a:lnTo>
                <a:lnTo>
                  <a:pt x="3613527" y="992736"/>
                </a:lnTo>
                <a:cubicBezTo>
                  <a:pt x="3613527" y="1024036"/>
                  <a:pt x="3611527" y="1044136"/>
                  <a:pt x="3607528" y="1053036"/>
                </a:cubicBezTo>
                <a:cubicBezTo>
                  <a:pt x="3603528" y="1061937"/>
                  <a:pt x="3596073" y="1066387"/>
                  <a:pt x="3585161" y="1066387"/>
                </a:cubicBezTo>
                <a:cubicBezTo>
                  <a:pt x="3577224" y="1066387"/>
                  <a:pt x="3571757" y="1063389"/>
                  <a:pt x="3568758" y="1057391"/>
                </a:cubicBezTo>
                <a:cubicBezTo>
                  <a:pt x="3565759" y="1051393"/>
                  <a:pt x="3564260" y="1034154"/>
                  <a:pt x="3564260" y="1005675"/>
                </a:cubicBezTo>
                <a:lnTo>
                  <a:pt x="3564260" y="872804"/>
                </a:lnTo>
                <a:lnTo>
                  <a:pt x="3824528" y="872804"/>
                </a:lnTo>
                <a:lnTo>
                  <a:pt x="3824528" y="775265"/>
                </a:lnTo>
                <a:cubicBezTo>
                  <a:pt x="3824528" y="710043"/>
                  <a:pt x="3816803" y="658946"/>
                  <a:pt x="3801352" y="621976"/>
                </a:cubicBezTo>
                <a:cubicBezTo>
                  <a:pt x="3785902" y="585005"/>
                  <a:pt x="3758920" y="555278"/>
                  <a:pt x="3720408" y="532796"/>
                </a:cubicBezTo>
                <a:cubicBezTo>
                  <a:pt x="3681895" y="510314"/>
                  <a:pt x="3633495" y="499073"/>
                  <a:pt x="3575208" y="499073"/>
                </a:cubicBezTo>
                <a:close/>
                <a:moveTo>
                  <a:pt x="1774984" y="499073"/>
                </a:moveTo>
                <a:cubicBezTo>
                  <a:pt x="1727313" y="499073"/>
                  <a:pt x="1684861" y="508382"/>
                  <a:pt x="1647625" y="526999"/>
                </a:cubicBezTo>
                <a:cubicBezTo>
                  <a:pt x="1610390" y="545617"/>
                  <a:pt x="1583574" y="572455"/>
                  <a:pt x="1567178" y="607513"/>
                </a:cubicBezTo>
                <a:cubicBezTo>
                  <a:pt x="1550782" y="642571"/>
                  <a:pt x="1542584" y="689697"/>
                  <a:pt x="1542584" y="748890"/>
                </a:cubicBezTo>
                <a:lnTo>
                  <a:pt x="1542584" y="941479"/>
                </a:lnTo>
                <a:cubicBezTo>
                  <a:pt x="1542584" y="991575"/>
                  <a:pt x="1546218" y="1030036"/>
                  <a:pt x="1553486" y="1056862"/>
                </a:cubicBezTo>
                <a:cubicBezTo>
                  <a:pt x="1560753" y="1083689"/>
                  <a:pt x="1573929" y="1108396"/>
                  <a:pt x="1593013" y="1130984"/>
                </a:cubicBezTo>
                <a:cubicBezTo>
                  <a:pt x="1612097" y="1153572"/>
                  <a:pt x="1638581" y="1171262"/>
                  <a:pt x="1672465" y="1184053"/>
                </a:cubicBezTo>
                <a:cubicBezTo>
                  <a:pt x="1706349" y="1196844"/>
                  <a:pt x="1745166" y="1203240"/>
                  <a:pt x="1788918" y="1203240"/>
                </a:cubicBezTo>
                <a:cubicBezTo>
                  <a:pt x="1834224" y="1203240"/>
                  <a:pt x="1872119" y="1196708"/>
                  <a:pt x="1902602" y="1183645"/>
                </a:cubicBezTo>
                <a:cubicBezTo>
                  <a:pt x="1933085" y="1170582"/>
                  <a:pt x="1958298" y="1150929"/>
                  <a:pt x="1978240" y="1124685"/>
                </a:cubicBezTo>
                <a:cubicBezTo>
                  <a:pt x="1998182" y="1098443"/>
                  <a:pt x="2010845" y="1073862"/>
                  <a:pt x="2016228" y="1050945"/>
                </a:cubicBezTo>
                <a:cubicBezTo>
                  <a:pt x="2021612" y="1028027"/>
                  <a:pt x="2024303" y="995851"/>
                  <a:pt x="2024303" y="954417"/>
                </a:cubicBezTo>
                <a:lnTo>
                  <a:pt x="2024303" y="895695"/>
                </a:lnTo>
                <a:lnTo>
                  <a:pt x="1813302" y="895695"/>
                </a:lnTo>
                <a:lnTo>
                  <a:pt x="1813302" y="992736"/>
                </a:lnTo>
                <a:cubicBezTo>
                  <a:pt x="1813302" y="1024036"/>
                  <a:pt x="1811302" y="1044136"/>
                  <a:pt x="1807303" y="1053036"/>
                </a:cubicBezTo>
                <a:cubicBezTo>
                  <a:pt x="1803304" y="1061937"/>
                  <a:pt x="1795848" y="1066387"/>
                  <a:pt x="1784936" y="1066387"/>
                </a:cubicBezTo>
                <a:cubicBezTo>
                  <a:pt x="1777000" y="1066387"/>
                  <a:pt x="1771532" y="1063389"/>
                  <a:pt x="1768533" y="1057391"/>
                </a:cubicBezTo>
                <a:cubicBezTo>
                  <a:pt x="1765535" y="1051393"/>
                  <a:pt x="1764035" y="1034154"/>
                  <a:pt x="1764035" y="1005675"/>
                </a:cubicBezTo>
                <a:lnTo>
                  <a:pt x="1764035" y="872804"/>
                </a:lnTo>
                <a:lnTo>
                  <a:pt x="2024303" y="872804"/>
                </a:lnTo>
                <a:lnTo>
                  <a:pt x="2024303" y="775265"/>
                </a:lnTo>
                <a:cubicBezTo>
                  <a:pt x="2024303" y="710043"/>
                  <a:pt x="2016578" y="658946"/>
                  <a:pt x="2001128" y="621976"/>
                </a:cubicBezTo>
                <a:cubicBezTo>
                  <a:pt x="1985677" y="585005"/>
                  <a:pt x="1958696" y="555278"/>
                  <a:pt x="1920183" y="532796"/>
                </a:cubicBezTo>
                <a:cubicBezTo>
                  <a:pt x="1881670" y="510314"/>
                  <a:pt x="1833270" y="499073"/>
                  <a:pt x="1774984" y="499073"/>
                </a:cubicBezTo>
                <a:close/>
                <a:moveTo>
                  <a:pt x="4426031" y="422934"/>
                </a:moveTo>
                <a:lnTo>
                  <a:pt x="4426031" y="526941"/>
                </a:lnTo>
                <a:lnTo>
                  <a:pt x="4382736" y="526941"/>
                </a:lnTo>
                <a:lnTo>
                  <a:pt x="4382736" y="651352"/>
                </a:lnTo>
                <a:lnTo>
                  <a:pt x="4426031" y="651352"/>
                </a:lnTo>
                <a:lnTo>
                  <a:pt x="4426031" y="976811"/>
                </a:lnTo>
                <a:cubicBezTo>
                  <a:pt x="4426031" y="1043335"/>
                  <a:pt x="4427997" y="1086160"/>
                  <a:pt x="4431929" y="1105285"/>
                </a:cubicBezTo>
                <a:cubicBezTo>
                  <a:pt x="4435860" y="1124411"/>
                  <a:pt x="4445987" y="1141499"/>
                  <a:pt x="4462308" y="1156550"/>
                </a:cubicBezTo>
                <a:cubicBezTo>
                  <a:pt x="4478629" y="1171601"/>
                  <a:pt x="4497195" y="1181155"/>
                  <a:pt x="4518006" y="1185211"/>
                </a:cubicBezTo>
                <a:cubicBezTo>
                  <a:pt x="4538816" y="1189268"/>
                  <a:pt x="4572520" y="1191296"/>
                  <a:pt x="4619117" y="1191296"/>
                </a:cubicBezTo>
                <a:lnTo>
                  <a:pt x="4710684" y="1191296"/>
                </a:lnTo>
                <a:lnTo>
                  <a:pt x="4710684" y="1064895"/>
                </a:lnTo>
                <a:cubicBezTo>
                  <a:pt x="4673936" y="1064895"/>
                  <a:pt x="4654298" y="1063491"/>
                  <a:pt x="4651770" y="1060684"/>
                </a:cubicBezTo>
                <a:cubicBezTo>
                  <a:pt x="4649244" y="1057877"/>
                  <a:pt x="4647980" y="1035891"/>
                  <a:pt x="4647980" y="994726"/>
                </a:cubicBezTo>
                <a:lnTo>
                  <a:pt x="4647980" y="651352"/>
                </a:lnTo>
                <a:lnTo>
                  <a:pt x="4702224" y="651352"/>
                </a:lnTo>
                <a:lnTo>
                  <a:pt x="4702224" y="526941"/>
                </a:lnTo>
                <a:lnTo>
                  <a:pt x="4647980" y="526941"/>
                </a:lnTo>
                <a:lnTo>
                  <a:pt x="4647980" y="422934"/>
                </a:lnTo>
                <a:close/>
                <a:moveTo>
                  <a:pt x="3227044" y="365704"/>
                </a:moveTo>
                <a:cubicBezTo>
                  <a:pt x="3181499" y="365704"/>
                  <a:pt x="3147448" y="368876"/>
                  <a:pt x="3124890" y="375218"/>
                </a:cubicBezTo>
                <a:cubicBezTo>
                  <a:pt x="3102333" y="381560"/>
                  <a:pt x="3084487" y="391115"/>
                  <a:pt x="3071351" y="403883"/>
                </a:cubicBezTo>
                <a:cubicBezTo>
                  <a:pt x="3058215" y="416651"/>
                  <a:pt x="3050026" y="430962"/>
                  <a:pt x="3046784" y="446816"/>
                </a:cubicBezTo>
                <a:cubicBezTo>
                  <a:pt x="3043541" y="462671"/>
                  <a:pt x="3041920" y="489379"/>
                  <a:pt x="3041920" y="526941"/>
                </a:cubicBezTo>
                <a:lnTo>
                  <a:pt x="3000616" y="526941"/>
                </a:lnTo>
                <a:lnTo>
                  <a:pt x="3000616" y="651352"/>
                </a:lnTo>
                <a:lnTo>
                  <a:pt x="3041920" y="651352"/>
                </a:lnTo>
                <a:lnTo>
                  <a:pt x="3041920" y="1191296"/>
                </a:lnTo>
                <a:lnTo>
                  <a:pt x="3263372" y="1191296"/>
                </a:lnTo>
                <a:lnTo>
                  <a:pt x="3263372" y="651352"/>
                </a:lnTo>
                <a:lnTo>
                  <a:pt x="3311146" y="651352"/>
                </a:lnTo>
                <a:lnTo>
                  <a:pt x="3311146" y="526941"/>
                </a:lnTo>
                <a:lnTo>
                  <a:pt x="3226546" y="526941"/>
                </a:lnTo>
                <a:lnTo>
                  <a:pt x="3226546" y="515993"/>
                </a:lnTo>
                <a:cubicBezTo>
                  <a:pt x="3226546" y="502038"/>
                  <a:pt x="3228970" y="493822"/>
                  <a:pt x="3233820" y="491344"/>
                </a:cubicBezTo>
                <a:cubicBezTo>
                  <a:pt x="3238670" y="488866"/>
                  <a:pt x="3264444" y="487627"/>
                  <a:pt x="3311146" y="487627"/>
                </a:cubicBezTo>
                <a:lnTo>
                  <a:pt x="3311146" y="365704"/>
                </a:lnTo>
                <a:close/>
                <a:moveTo>
                  <a:pt x="2912719" y="365704"/>
                </a:moveTo>
                <a:cubicBezTo>
                  <a:pt x="2867174" y="365704"/>
                  <a:pt x="2833123" y="368876"/>
                  <a:pt x="2810566" y="375218"/>
                </a:cubicBezTo>
                <a:cubicBezTo>
                  <a:pt x="2788008" y="381560"/>
                  <a:pt x="2770162" y="391115"/>
                  <a:pt x="2757026" y="403883"/>
                </a:cubicBezTo>
                <a:cubicBezTo>
                  <a:pt x="2743890" y="416651"/>
                  <a:pt x="2735701" y="430962"/>
                  <a:pt x="2732459" y="446816"/>
                </a:cubicBezTo>
                <a:cubicBezTo>
                  <a:pt x="2729216" y="462671"/>
                  <a:pt x="2727595" y="489379"/>
                  <a:pt x="2727595" y="526941"/>
                </a:cubicBezTo>
                <a:lnTo>
                  <a:pt x="2686291" y="526941"/>
                </a:lnTo>
                <a:lnTo>
                  <a:pt x="2686291" y="651352"/>
                </a:lnTo>
                <a:lnTo>
                  <a:pt x="2727595" y="651352"/>
                </a:lnTo>
                <a:lnTo>
                  <a:pt x="2727595" y="1191296"/>
                </a:lnTo>
                <a:lnTo>
                  <a:pt x="2949047" y="1191296"/>
                </a:lnTo>
                <a:lnTo>
                  <a:pt x="2949047" y="651352"/>
                </a:lnTo>
                <a:lnTo>
                  <a:pt x="2996820" y="651352"/>
                </a:lnTo>
                <a:lnTo>
                  <a:pt x="2996820" y="526941"/>
                </a:lnTo>
                <a:lnTo>
                  <a:pt x="2912221" y="526941"/>
                </a:lnTo>
                <a:lnTo>
                  <a:pt x="2912221" y="515993"/>
                </a:lnTo>
                <a:cubicBezTo>
                  <a:pt x="2912221" y="502038"/>
                  <a:pt x="2914646" y="493822"/>
                  <a:pt x="2919495" y="491344"/>
                </a:cubicBezTo>
                <a:cubicBezTo>
                  <a:pt x="2924345" y="488866"/>
                  <a:pt x="2950120" y="487627"/>
                  <a:pt x="2996820" y="487627"/>
                </a:cubicBezTo>
                <a:lnTo>
                  <a:pt x="2996820" y="365704"/>
                </a:lnTo>
                <a:close/>
                <a:moveTo>
                  <a:pt x="2278427" y="365704"/>
                </a:moveTo>
                <a:lnTo>
                  <a:pt x="2278427" y="1191296"/>
                </a:lnTo>
                <a:lnTo>
                  <a:pt x="2662111" y="1191296"/>
                </a:lnTo>
                <a:lnTo>
                  <a:pt x="2662111" y="1010153"/>
                </a:lnTo>
                <a:lnTo>
                  <a:pt x="2508339" y="1010153"/>
                </a:lnTo>
                <a:lnTo>
                  <a:pt x="2508339" y="852898"/>
                </a:lnTo>
                <a:lnTo>
                  <a:pt x="2639219" y="852898"/>
                </a:lnTo>
                <a:lnTo>
                  <a:pt x="2639219" y="679718"/>
                </a:lnTo>
                <a:lnTo>
                  <a:pt x="2508339" y="679718"/>
                </a:lnTo>
                <a:lnTo>
                  <a:pt x="2508339" y="546847"/>
                </a:lnTo>
                <a:lnTo>
                  <a:pt x="2648177" y="546847"/>
                </a:lnTo>
                <a:lnTo>
                  <a:pt x="2648177" y="365704"/>
                </a:lnTo>
                <a:close/>
                <a:moveTo>
                  <a:pt x="996106" y="365704"/>
                </a:moveTo>
                <a:lnTo>
                  <a:pt x="996106" y="1191296"/>
                </a:lnTo>
                <a:lnTo>
                  <a:pt x="1217557" y="1191296"/>
                </a:lnTo>
                <a:lnTo>
                  <a:pt x="1217557" y="710074"/>
                </a:lnTo>
                <a:cubicBezTo>
                  <a:pt x="1217557" y="677530"/>
                  <a:pt x="1219171" y="657036"/>
                  <a:pt x="1222398" y="648592"/>
                </a:cubicBezTo>
                <a:cubicBezTo>
                  <a:pt x="1225625" y="640147"/>
                  <a:pt x="1230978" y="635925"/>
                  <a:pt x="1238458" y="635925"/>
                </a:cubicBezTo>
                <a:cubicBezTo>
                  <a:pt x="1246923" y="635925"/>
                  <a:pt x="1252607" y="640088"/>
                  <a:pt x="1255506" y="648413"/>
                </a:cubicBezTo>
                <a:cubicBezTo>
                  <a:pt x="1258407" y="656738"/>
                  <a:pt x="1259857" y="679448"/>
                  <a:pt x="1259857" y="716543"/>
                </a:cubicBezTo>
                <a:lnTo>
                  <a:pt x="1259857" y="1191296"/>
                </a:lnTo>
                <a:lnTo>
                  <a:pt x="1481308" y="1191296"/>
                </a:lnTo>
                <a:lnTo>
                  <a:pt x="1481308" y="725999"/>
                </a:lnTo>
                <a:cubicBezTo>
                  <a:pt x="1481308" y="663425"/>
                  <a:pt x="1478386" y="619654"/>
                  <a:pt x="1472541" y="594687"/>
                </a:cubicBezTo>
                <a:cubicBezTo>
                  <a:pt x="1466697" y="569719"/>
                  <a:pt x="1450401" y="547541"/>
                  <a:pt x="1423656" y="528154"/>
                </a:cubicBezTo>
                <a:cubicBezTo>
                  <a:pt x="1396910" y="508767"/>
                  <a:pt x="1364870" y="499073"/>
                  <a:pt x="1327537" y="499073"/>
                </a:cubicBezTo>
                <a:cubicBezTo>
                  <a:pt x="1303458" y="499073"/>
                  <a:pt x="1280788" y="503302"/>
                  <a:pt x="1259527" y="511759"/>
                </a:cubicBezTo>
                <a:cubicBezTo>
                  <a:pt x="1238265" y="520216"/>
                  <a:pt x="1224275" y="531954"/>
                  <a:pt x="1217557" y="546971"/>
                </a:cubicBezTo>
                <a:lnTo>
                  <a:pt x="1217557" y="365704"/>
                </a:lnTo>
                <a:close/>
                <a:moveTo>
                  <a:pt x="480473" y="365704"/>
                </a:moveTo>
                <a:lnTo>
                  <a:pt x="480473" y="546847"/>
                </a:lnTo>
                <a:lnTo>
                  <a:pt x="604385" y="546847"/>
                </a:lnTo>
                <a:lnTo>
                  <a:pt x="604385" y="1191296"/>
                </a:lnTo>
                <a:lnTo>
                  <a:pt x="834297" y="1191296"/>
                </a:lnTo>
                <a:lnTo>
                  <a:pt x="834297" y="546847"/>
                </a:lnTo>
                <a:lnTo>
                  <a:pt x="958708" y="546847"/>
                </a:lnTo>
                <a:lnTo>
                  <a:pt x="958708" y="36570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Sitka Display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88B337-0986-BEE3-D2E2-D09F54AA9343}"/>
              </a:ext>
            </a:extLst>
          </p:cNvPr>
          <p:cNvSpPr txBox="1"/>
          <p:nvPr/>
        </p:nvSpPr>
        <p:spPr>
          <a:xfrm>
            <a:off x="13351508" y="305622"/>
            <a:ext cx="5727568" cy="62478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Times New Roman"/>
              </a:rPr>
              <a:t>Our Experiment Investigates:</a:t>
            </a:r>
          </a:p>
          <a:p>
            <a:endParaRPr lang="en-US" sz="4000" dirty="0">
              <a:solidFill>
                <a:schemeClr val="bg1"/>
              </a:solidFill>
              <a:latin typeface="Sitka Display"/>
              <a:ea typeface="+mn-lt"/>
              <a:cs typeface="Times New Roman"/>
            </a:endParaRPr>
          </a:p>
          <a:p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Times New Roman"/>
              </a:rPr>
              <a:t>The effects</a:t>
            </a:r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 of </a:t>
            </a:r>
            <a:r>
              <a:rPr lang="en-US" sz="4000" i="1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motor oil </a:t>
            </a:r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contamination in</a:t>
            </a:r>
            <a:r>
              <a:rPr lang="en-US" sz="4000" i="1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soil</a:t>
            </a:r>
            <a:r>
              <a:rPr lang="en-US" sz="4000" i="1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 </a:t>
            </a:r>
            <a:endParaRPr lang="en-US" sz="4000" i="1" dirty="0">
              <a:solidFill>
                <a:schemeClr val="bg1"/>
              </a:solidFill>
              <a:latin typeface="Sitka Display"/>
              <a:ea typeface="+mn-lt"/>
              <a:cs typeface="Times New Roman"/>
            </a:endParaRPr>
          </a:p>
          <a:p>
            <a:endParaRPr lang="en-US" sz="4000" dirty="0">
              <a:solidFill>
                <a:schemeClr val="bg1"/>
              </a:solidFill>
              <a:latin typeface="Sitka Display"/>
              <a:ea typeface="+mn-lt"/>
              <a:cs typeface="+mn-lt"/>
            </a:endParaRPr>
          </a:p>
          <a:p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on the</a:t>
            </a:r>
            <a:r>
              <a:rPr lang="en-US" sz="4000" i="1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 sprouting success</a:t>
            </a:r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 and </a:t>
            </a:r>
            <a:r>
              <a:rPr lang="en-US" sz="4000" i="1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growth rate</a:t>
            </a:r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 </a:t>
            </a:r>
            <a:endParaRPr lang="en-US" sz="4000" dirty="0">
              <a:solidFill>
                <a:schemeClr val="bg1"/>
              </a:solidFill>
              <a:latin typeface="Sitka Display"/>
              <a:ea typeface="+mn-lt"/>
              <a:cs typeface="Times New Roman"/>
            </a:endParaRPr>
          </a:p>
          <a:p>
            <a:endParaRPr lang="en-US" sz="4000" dirty="0">
              <a:solidFill>
                <a:schemeClr val="bg1"/>
              </a:solidFill>
              <a:latin typeface="Sitka Display"/>
              <a:ea typeface="+mn-lt"/>
              <a:cs typeface="+mn-lt"/>
            </a:endParaRPr>
          </a:p>
          <a:p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of Bush Beans plants </a:t>
            </a:r>
            <a:endParaRPr lang="en-US" sz="4000" dirty="0">
              <a:solidFill>
                <a:schemeClr val="bg1"/>
              </a:solidFill>
              <a:latin typeface="Sitka Display"/>
              <a:ea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328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D wallpaper: bush bean, leaf, garden bean, maria's beautiful, mary's  beautiful | Wallpaper Flare">
            <a:extLst>
              <a:ext uri="{FF2B5EF4-FFF2-40B4-BE49-F238E27FC236}">
                <a16:creationId xmlns:a16="http://schemas.microsoft.com/office/drawing/2014/main" id="{1B2F06F1-130E-D99F-D849-419DD38B3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1000"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808"/>
          <a:stretch/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0AEE99-AEDB-DC48-805C-974FAD5E9A00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936755" y="6485773"/>
                </a:moveTo>
                <a:lnTo>
                  <a:pt x="969165" y="6485773"/>
                </a:lnTo>
                <a:cubicBezTo>
                  <a:pt x="976345" y="6485773"/>
                  <a:pt x="981493" y="6487670"/>
                  <a:pt x="984608" y="6491462"/>
                </a:cubicBezTo>
                <a:cubicBezTo>
                  <a:pt x="987724" y="6495256"/>
                  <a:pt x="989282" y="6499184"/>
                  <a:pt x="989282" y="6503248"/>
                </a:cubicBezTo>
                <a:cubicBezTo>
                  <a:pt x="989282" y="6508870"/>
                  <a:pt x="987606" y="6513459"/>
                  <a:pt x="984253" y="6517015"/>
                </a:cubicBezTo>
                <a:cubicBezTo>
                  <a:pt x="980900" y="6520571"/>
                  <a:pt x="976667" y="6523162"/>
                  <a:pt x="971553" y="6524787"/>
                </a:cubicBezTo>
                <a:cubicBezTo>
                  <a:pt x="966439" y="6526413"/>
                  <a:pt x="961173" y="6527226"/>
                  <a:pt x="955754" y="6527226"/>
                </a:cubicBezTo>
                <a:cubicBezTo>
                  <a:pt x="952910" y="6527226"/>
                  <a:pt x="949760" y="6526870"/>
                  <a:pt x="946305" y="6526159"/>
                </a:cubicBezTo>
                <a:cubicBezTo>
                  <a:pt x="942851" y="6525447"/>
                  <a:pt x="939532" y="6524262"/>
                  <a:pt x="936348" y="6522603"/>
                </a:cubicBezTo>
                <a:cubicBezTo>
                  <a:pt x="933165" y="6520944"/>
                  <a:pt x="930540" y="6518657"/>
                  <a:pt x="928474" y="6515745"/>
                </a:cubicBezTo>
                <a:cubicBezTo>
                  <a:pt x="926409" y="6512833"/>
                  <a:pt x="925376" y="6509208"/>
                  <a:pt x="925376" y="6504874"/>
                </a:cubicBezTo>
                <a:cubicBezTo>
                  <a:pt x="925376" y="6498913"/>
                  <a:pt x="926646" y="6494409"/>
                  <a:pt x="929186" y="6491361"/>
                </a:cubicBezTo>
                <a:cubicBezTo>
                  <a:pt x="931726" y="6488313"/>
                  <a:pt x="934249" y="6486450"/>
                  <a:pt x="936755" y="6485773"/>
                </a:cubicBezTo>
                <a:close/>
                <a:moveTo>
                  <a:pt x="3427834" y="6435074"/>
                </a:moveTo>
                <a:lnTo>
                  <a:pt x="3427631" y="6466672"/>
                </a:lnTo>
                <a:cubicBezTo>
                  <a:pt x="3424990" y="6470397"/>
                  <a:pt x="3421366" y="6473124"/>
                  <a:pt x="3416760" y="6474851"/>
                </a:cubicBezTo>
                <a:cubicBezTo>
                  <a:pt x="3412154" y="6476578"/>
                  <a:pt x="3407887" y="6477442"/>
                  <a:pt x="3403958" y="6477442"/>
                </a:cubicBezTo>
                <a:cubicBezTo>
                  <a:pt x="3401249" y="6477442"/>
                  <a:pt x="3398540" y="6476849"/>
                  <a:pt x="3395830" y="6475664"/>
                </a:cubicBezTo>
                <a:cubicBezTo>
                  <a:pt x="3393121" y="6474478"/>
                  <a:pt x="3390852" y="6472497"/>
                  <a:pt x="3389023" y="6469720"/>
                </a:cubicBezTo>
                <a:cubicBezTo>
                  <a:pt x="3387194" y="6466943"/>
                  <a:pt x="3386280" y="6463184"/>
                  <a:pt x="3386280" y="6458442"/>
                </a:cubicBezTo>
                <a:cubicBezTo>
                  <a:pt x="3386280" y="6452753"/>
                  <a:pt x="3387990" y="6448198"/>
                  <a:pt x="3391411" y="6444777"/>
                </a:cubicBezTo>
                <a:cubicBezTo>
                  <a:pt x="3394831" y="6441357"/>
                  <a:pt x="3399657" y="6438885"/>
                  <a:pt x="3405888" y="6437360"/>
                </a:cubicBezTo>
                <a:cubicBezTo>
                  <a:pt x="3412120" y="6435837"/>
                  <a:pt x="3419435" y="6435074"/>
                  <a:pt x="3427834" y="6435074"/>
                </a:cubicBezTo>
                <a:close/>
                <a:moveTo>
                  <a:pt x="3142084" y="6435074"/>
                </a:moveTo>
                <a:lnTo>
                  <a:pt x="3141881" y="6466672"/>
                </a:lnTo>
                <a:cubicBezTo>
                  <a:pt x="3139240" y="6470397"/>
                  <a:pt x="3135616" y="6473124"/>
                  <a:pt x="3131010" y="6474851"/>
                </a:cubicBezTo>
                <a:cubicBezTo>
                  <a:pt x="3126404" y="6476578"/>
                  <a:pt x="3122137" y="6477442"/>
                  <a:pt x="3118208" y="6477442"/>
                </a:cubicBezTo>
                <a:cubicBezTo>
                  <a:pt x="3115499" y="6477442"/>
                  <a:pt x="3112790" y="6476849"/>
                  <a:pt x="3110080" y="6475664"/>
                </a:cubicBezTo>
                <a:cubicBezTo>
                  <a:pt x="3107371" y="6474478"/>
                  <a:pt x="3105102" y="6472497"/>
                  <a:pt x="3103273" y="6469720"/>
                </a:cubicBezTo>
                <a:cubicBezTo>
                  <a:pt x="3101444" y="6466943"/>
                  <a:pt x="3100530" y="6463184"/>
                  <a:pt x="3100530" y="6458442"/>
                </a:cubicBezTo>
                <a:cubicBezTo>
                  <a:pt x="3100530" y="6452753"/>
                  <a:pt x="3102240" y="6448198"/>
                  <a:pt x="3105661" y="6444777"/>
                </a:cubicBezTo>
                <a:cubicBezTo>
                  <a:pt x="3109081" y="6441357"/>
                  <a:pt x="3113907" y="6438885"/>
                  <a:pt x="3120138" y="6437360"/>
                </a:cubicBezTo>
                <a:cubicBezTo>
                  <a:pt x="3126370" y="6435837"/>
                  <a:pt x="3133685" y="6435074"/>
                  <a:pt x="3142084" y="6435074"/>
                </a:cubicBezTo>
                <a:close/>
                <a:moveTo>
                  <a:pt x="2856334" y="6435074"/>
                </a:moveTo>
                <a:lnTo>
                  <a:pt x="2856131" y="6466672"/>
                </a:lnTo>
                <a:cubicBezTo>
                  <a:pt x="2853490" y="6470397"/>
                  <a:pt x="2849866" y="6473124"/>
                  <a:pt x="2845260" y="6474851"/>
                </a:cubicBezTo>
                <a:cubicBezTo>
                  <a:pt x="2840654" y="6476578"/>
                  <a:pt x="2836387" y="6477442"/>
                  <a:pt x="2832458" y="6477442"/>
                </a:cubicBezTo>
                <a:cubicBezTo>
                  <a:pt x="2829749" y="6477442"/>
                  <a:pt x="2827040" y="6476849"/>
                  <a:pt x="2824330" y="6475664"/>
                </a:cubicBezTo>
                <a:cubicBezTo>
                  <a:pt x="2821621" y="6474478"/>
                  <a:pt x="2819352" y="6472497"/>
                  <a:pt x="2817523" y="6469720"/>
                </a:cubicBezTo>
                <a:cubicBezTo>
                  <a:pt x="2815694" y="6466943"/>
                  <a:pt x="2814780" y="6463184"/>
                  <a:pt x="2814780" y="6458442"/>
                </a:cubicBezTo>
                <a:cubicBezTo>
                  <a:pt x="2814780" y="6452753"/>
                  <a:pt x="2816490" y="6448198"/>
                  <a:pt x="2819911" y="6444777"/>
                </a:cubicBezTo>
                <a:cubicBezTo>
                  <a:pt x="2823331" y="6441357"/>
                  <a:pt x="2828157" y="6438885"/>
                  <a:pt x="2834388" y="6437360"/>
                </a:cubicBezTo>
                <a:cubicBezTo>
                  <a:pt x="2840620" y="6435837"/>
                  <a:pt x="2847935" y="6435074"/>
                  <a:pt x="2856334" y="6435074"/>
                </a:cubicBezTo>
                <a:close/>
                <a:moveTo>
                  <a:pt x="2446759" y="6435074"/>
                </a:moveTo>
                <a:lnTo>
                  <a:pt x="2446556" y="6466672"/>
                </a:lnTo>
                <a:cubicBezTo>
                  <a:pt x="2443914" y="6470397"/>
                  <a:pt x="2440291" y="6473124"/>
                  <a:pt x="2435685" y="6474851"/>
                </a:cubicBezTo>
                <a:cubicBezTo>
                  <a:pt x="2431079" y="6476578"/>
                  <a:pt x="2426812" y="6477442"/>
                  <a:pt x="2422883" y="6477442"/>
                </a:cubicBezTo>
                <a:cubicBezTo>
                  <a:pt x="2420174" y="6477442"/>
                  <a:pt x="2417464" y="6476849"/>
                  <a:pt x="2414755" y="6475664"/>
                </a:cubicBezTo>
                <a:cubicBezTo>
                  <a:pt x="2412046" y="6474478"/>
                  <a:pt x="2409777" y="6472497"/>
                  <a:pt x="2407948" y="6469720"/>
                </a:cubicBezTo>
                <a:cubicBezTo>
                  <a:pt x="2406119" y="6466943"/>
                  <a:pt x="2405205" y="6463184"/>
                  <a:pt x="2405205" y="6458442"/>
                </a:cubicBezTo>
                <a:cubicBezTo>
                  <a:pt x="2405205" y="6452753"/>
                  <a:pt x="2406915" y="6448198"/>
                  <a:pt x="2410336" y="6444777"/>
                </a:cubicBezTo>
                <a:cubicBezTo>
                  <a:pt x="2413756" y="6441357"/>
                  <a:pt x="2418582" y="6438885"/>
                  <a:pt x="2424814" y="6437360"/>
                </a:cubicBezTo>
                <a:cubicBezTo>
                  <a:pt x="2431045" y="6435837"/>
                  <a:pt x="2438360" y="6435074"/>
                  <a:pt x="2446759" y="6435074"/>
                </a:cubicBezTo>
                <a:close/>
                <a:moveTo>
                  <a:pt x="517172" y="6418615"/>
                </a:moveTo>
                <a:lnTo>
                  <a:pt x="533327" y="6418615"/>
                </a:lnTo>
                <a:cubicBezTo>
                  <a:pt x="546806" y="6418615"/>
                  <a:pt x="556559" y="6420986"/>
                  <a:pt x="562587" y="6425727"/>
                </a:cubicBezTo>
                <a:cubicBezTo>
                  <a:pt x="568616" y="6430468"/>
                  <a:pt x="571630" y="6438732"/>
                  <a:pt x="571630" y="6450518"/>
                </a:cubicBezTo>
                <a:cubicBezTo>
                  <a:pt x="571630" y="6460542"/>
                  <a:pt x="568921" y="6467772"/>
                  <a:pt x="563502" y="6472209"/>
                </a:cubicBezTo>
                <a:cubicBezTo>
                  <a:pt x="558084" y="6476646"/>
                  <a:pt x="549887" y="6478864"/>
                  <a:pt x="538915" y="6478864"/>
                </a:cubicBezTo>
                <a:lnTo>
                  <a:pt x="517172" y="6478864"/>
                </a:lnTo>
                <a:close/>
                <a:moveTo>
                  <a:pt x="3683333" y="6416481"/>
                </a:moveTo>
                <a:lnTo>
                  <a:pt x="3726716" y="6461287"/>
                </a:lnTo>
                <a:cubicBezTo>
                  <a:pt x="3721636" y="6466503"/>
                  <a:pt x="3716285" y="6470296"/>
                  <a:pt x="3710663" y="6472666"/>
                </a:cubicBezTo>
                <a:cubicBezTo>
                  <a:pt x="3705041" y="6475037"/>
                  <a:pt x="3698370" y="6476223"/>
                  <a:pt x="3690648" y="6476223"/>
                </a:cubicBezTo>
                <a:cubicBezTo>
                  <a:pt x="3685704" y="6476223"/>
                  <a:pt x="3681233" y="6475139"/>
                  <a:pt x="3677237" y="6472971"/>
                </a:cubicBezTo>
                <a:cubicBezTo>
                  <a:pt x="3673240" y="6470804"/>
                  <a:pt x="3670074" y="6467790"/>
                  <a:pt x="3667737" y="6463929"/>
                </a:cubicBezTo>
                <a:cubicBezTo>
                  <a:pt x="3665400" y="6460068"/>
                  <a:pt x="3664232" y="6455496"/>
                  <a:pt x="3664232" y="6450213"/>
                </a:cubicBezTo>
                <a:cubicBezTo>
                  <a:pt x="3664232" y="6441407"/>
                  <a:pt x="3665841" y="6434618"/>
                  <a:pt x="3669058" y="6429842"/>
                </a:cubicBezTo>
                <a:cubicBezTo>
                  <a:pt x="3672275" y="6425067"/>
                  <a:pt x="3677034" y="6420613"/>
                  <a:pt x="3683333" y="6416481"/>
                </a:cubicBezTo>
                <a:close/>
                <a:moveTo>
                  <a:pt x="1931165" y="6395958"/>
                </a:moveTo>
                <a:cubicBezTo>
                  <a:pt x="1938344" y="6395958"/>
                  <a:pt x="1944203" y="6397872"/>
                  <a:pt x="1948742" y="6401699"/>
                </a:cubicBezTo>
                <a:cubicBezTo>
                  <a:pt x="1953280" y="6405526"/>
                  <a:pt x="1956632" y="6410775"/>
                  <a:pt x="1958800" y="6417447"/>
                </a:cubicBezTo>
                <a:cubicBezTo>
                  <a:pt x="1960967" y="6424119"/>
                  <a:pt x="1962051" y="6431722"/>
                  <a:pt x="1962051" y="6440256"/>
                </a:cubicBezTo>
                <a:cubicBezTo>
                  <a:pt x="1962051" y="6447503"/>
                  <a:pt x="1960900" y="6454327"/>
                  <a:pt x="1958596" y="6460729"/>
                </a:cubicBezTo>
                <a:cubicBezTo>
                  <a:pt x="1956294" y="6467129"/>
                  <a:pt x="1952772" y="6472328"/>
                  <a:pt x="1948030" y="6476324"/>
                </a:cubicBezTo>
                <a:cubicBezTo>
                  <a:pt x="1943289" y="6480321"/>
                  <a:pt x="1937227" y="6482319"/>
                  <a:pt x="1929844" y="6482319"/>
                </a:cubicBezTo>
                <a:cubicBezTo>
                  <a:pt x="1927744" y="6482319"/>
                  <a:pt x="1925306" y="6481844"/>
                  <a:pt x="1922529" y="6480896"/>
                </a:cubicBezTo>
                <a:cubicBezTo>
                  <a:pt x="1919752" y="6479948"/>
                  <a:pt x="1917127" y="6478779"/>
                  <a:pt x="1914655" y="6477391"/>
                </a:cubicBezTo>
                <a:cubicBezTo>
                  <a:pt x="1912182" y="6476002"/>
                  <a:pt x="1910269" y="6474631"/>
                  <a:pt x="1908914" y="6473276"/>
                </a:cubicBezTo>
                <a:lnTo>
                  <a:pt x="1908914" y="6407033"/>
                </a:lnTo>
                <a:cubicBezTo>
                  <a:pt x="1911894" y="6402765"/>
                  <a:pt x="1915552" y="6399853"/>
                  <a:pt x="1919887" y="6398295"/>
                </a:cubicBezTo>
                <a:cubicBezTo>
                  <a:pt x="1924222" y="6396737"/>
                  <a:pt x="1927981" y="6395958"/>
                  <a:pt x="1931165" y="6395958"/>
                </a:cubicBezTo>
                <a:close/>
                <a:moveTo>
                  <a:pt x="4469768" y="6391386"/>
                </a:moveTo>
                <a:cubicBezTo>
                  <a:pt x="4474983" y="6391386"/>
                  <a:pt x="4479149" y="6392893"/>
                  <a:pt x="4482264" y="6395908"/>
                </a:cubicBezTo>
                <a:cubicBezTo>
                  <a:pt x="4485380" y="6398922"/>
                  <a:pt x="4487632" y="6402901"/>
                  <a:pt x="4489021" y="6407846"/>
                </a:cubicBezTo>
                <a:cubicBezTo>
                  <a:pt x="4490409" y="6412790"/>
                  <a:pt x="4491104" y="6418243"/>
                  <a:pt x="4491104" y="6424203"/>
                </a:cubicBezTo>
                <a:lnTo>
                  <a:pt x="4443312" y="6424203"/>
                </a:lnTo>
                <a:lnTo>
                  <a:pt x="4443809" y="6418920"/>
                </a:lnTo>
                <a:cubicBezTo>
                  <a:pt x="4444656" y="6414179"/>
                  <a:pt x="4446128" y="6409725"/>
                  <a:pt x="4448228" y="6405559"/>
                </a:cubicBezTo>
                <a:cubicBezTo>
                  <a:pt x="4450328" y="6401394"/>
                  <a:pt x="4453122" y="6397991"/>
                  <a:pt x="4456610" y="6395349"/>
                </a:cubicBezTo>
                <a:cubicBezTo>
                  <a:pt x="4460099" y="6392707"/>
                  <a:pt x="4464484" y="6391386"/>
                  <a:pt x="4469768" y="6391386"/>
                </a:cubicBezTo>
                <a:close/>
                <a:moveTo>
                  <a:pt x="3956840" y="6391386"/>
                </a:moveTo>
                <a:cubicBezTo>
                  <a:pt x="3964087" y="6391386"/>
                  <a:pt x="3969878" y="6393757"/>
                  <a:pt x="3974214" y="6398498"/>
                </a:cubicBezTo>
                <a:cubicBezTo>
                  <a:pt x="3978548" y="6403240"/>
                  <a:pt x="3981681" y="6409234"/>
                  <a:pt x="3983612" y="6416481"/>
                </a:cubicBezTo>
                <a:cubicBezTo>
                  <a:pt x="3985542" y="6423729"/>
                  <a:pt x="3986507" y="6431180"/>
                  <a:pt x="3986507" y="6438834"/>
                </a:cubicBezTo>
                <a:cubicBezTo>
                  <a:pt x="3986507" y="6443440"/>
                  <a:pt x="3986084" y="6448282"/>
                  <a:pt x="3985237" y="6453362"/>
                </a:cubicBezTo>
                <a:cubicBezTo>
                  <a:pt x="3984390" y="6458442"/>
                  <a:pt x="3982934" y="6463184"/>
                  <a:pt x="3980868" y="6467586"/>
                </a:cubicBezTo>
                <a:cubicBezTo>
                  <a:pt x="3978802" y="6471989"/>
                  <a:pt x="3975975" y="6475562"/>
                  <a:pt x="3972385" y="6478305"/>
                </a:cubicBezTo>
                <a:cubicBezTo>
                  <a:pt x="3968795" y="6481048"/>
                  <a:pt x="3964257" y="6482420"/>
                  <a:pt x="3958770" y="6482420"/>
                </a:cubicBezTo>
                <a:cubicBezTo>
                  <a:pt x="3952945" y="6482420"/>
                  <a:pt x="3948153" y="6480930"/>
                  <a:pt x="3944394" y="6477950"/>
                </a:cubicBezTo>
                <a:cubicBezTo>
                  <a:pt x="3940635" y="6474969"/>
                  <a:pt x="3937621" y="6471075"/>
                  <a:pt x="3935352" y="6466266"/>
                </a:cubicBezTo>
                <a:cubicBezTo>
                  <a:pt x="3933082" y="6461457"/>
                  <a:pt x="3931491" y="6456292"/>
                  <a:pt x="3930576" y="6450772"/>
                </a:cubicBezTo>
                <a:cubicBezTo>
                  <a:pt x="3929662" y="6445251"/>
                  <a:pt x="3929205" y="6439917"/>
                  <a:pt x="3929205" y="6434770"/>
                </a:cubicBezTo>
                <a:cubicBezTo>
                  <a:pt x="3929205" y="6430096"/>
                  <a:pt x="3929628" y="6425253"/>
                  <a:pt x="3930475" y="6420241"/>
                </a:cubicBezTo>
                <a:cubicBezTo>
                  <a:pt x="3931321" y="6415229"/>
                  <a:pt x="3932795" y="6410538"/>
                  <a:pt x="3934894" y="6406169"/>
                </a:cubicBezTo>
                <a:cubicBezTo>
                  <a:pt x="3936994" y="6401800"/>
                  <a:pt x="3939822" y="6398244"/>
                  <a:pt x="3943378" y="6395501"/>
                </a:cubicBezTo>
                <a:cubicBezTo>
                  <a:pt x="3946934" y="6392758"/>
                  <a:pt x="3951421" y="6391386"/>
                  <a:pt x="3956840" y="6391386"/>
                </a:cubicBezTo>
                <a:close/>
                <a:moveTo>
                  <a:pt x="1651790" y="6391386"/>
                </a:moveTo>
                <a:cubicBezTo>
                  <a:pt x="1659038" y="6391386"/>
                  <a:pt x="1664829" y="6393757"/>
                  <a:pt x="1669164" y="6398498"/>
                </a:cubicBezTo>
                <a:cubicBezTo>
                  <a:pt x="1673498" y="6403240"/>
                  <a:pt x="1676631" y="6409234"/>
                  <a:pt x="1678562" y="6416481"/>
                </a:cubicBezTo>
                <a:cubicBezTo>
                  <a:pt x="1680492" y="6423729"/>
                  <a:pt x="1681457" y="6431180"/>
                  <a:pt x="1681457" y="6438834"/>
                </a:cubicBezTo>
                <a:cubicBezTo>
                  <a:pt x="1681457" y="6443440"/>
                  <a:pt x="1681034" y="6448282"/>
                  <a:pt x="1680187" y="6453362"/>
                </a:cubicBezTo>
                <a:cubicBezTo>
                  <a:pt x="1679340" y="6458442"/>
                  <a:pt x="1677884" y="6463184"/>
                  <a:pt x="1675818" y="6467586"/>
                </a:cubicBezTo>
                <a:cubicBezTo>
                  <a:pt x="1673753" y="6471989"/>
                  <a:pt x="1670925" y="6475562"/>
                  <a:pt x="1667335" y="6478305"/>
                </a:cubicBezTo>
                <a:cubicBezTo>
                  <a:pt x="1663745" y="6481048"/>
                  <a:pt x="1659207" y="6482420"/>
                  <a:pt x="1653720" y="6482420"/>
                </a:cubicBezTo>
                <a:cubicBezTo>
                  <a:pt x="1647895" y="6482420"/>
                  <a:pt x="1643103" y="6480930"/>
                  <a:pt x="1639344" y="6477950"/>
                </a:cubicBezTo>
                <a:cubicBezTo>
                  <a:pt x="1635585" y="6474969"/>
                  <a:pt x="1632571" y="6471075"/>
                  <a:pt x="1630302" y="6466266"/>
                </a:cubicBezTo>
                <a:cubicBezTo>
                  <a:pt x="1628032" y="6461457"/>
                  <a:pt x="1626441" y="6456292"/>
                  <a:pt x="1625526" y="6450772"/>
                </a:cubicBezTo>
                <a:cubicBezTo>
                  <a:pt x="1624612" y="6445251"/>
                  <a:pt x="1624155" y="6439917"/>
                  <a:pt x="1624155" y="6434770"/>
                </a:cubicBezTo>
                <a:cubicBezTo>
                  <a:pt x="1624155" y="6430096"/>
                  <a:pt x="1624578" y="6425253"/>
                  <a:pt x="1625425" y="6420241"/>
                </a:cubicBezTo>
                <a:cubicBezTo>
                  <a:pt x="1626272" y="6415229"/>
                  <a:pt x="1627745" y="6410538"/>
                  <a:pt x="1629844" y="6406169"/>
                </a:cubicBezTo>
                <a:cubicBezTo>
                  <a:pt x="1631944" y="6401800"/>
                  <a:pt x="1634772" y="6398244"/>
                  <a:pt x="1638328" y="6395501"/>
                </a:cubicBezTo>
                <a:cubicBezTo>
                  <a:pt x="1641884" y="6392758"/>
                  <a:pt x="1646371" y="6391386"/>
                  <a:pt x="1651790" y="6391386"/>
                </a:cubicBezTo>
                <a:close/>
                <a:moveTo>
                  <a:pt x="1385090" y="6391386"/>
                </a:moveTo>
                <a:cubicBezTo>
                  <a:pt x="1392338" y="6391386"/>
                  <a:pt x="1398129" y="6393757"/>
                  <a:pt x="1402464" y="6398498"/>
                </a:cubicBezTo>
                <a:cubicBezTo>
                  <a:pt x="1406799" y="6403240"/>
                  <a:pt x="1409931" y="6409234"/>
                  <a:pt x="1411862" y="6416481"/>
                </a:cubicBezTo>
                <a:cubicBezTo>
                  <a:pt x="1413792" y="6423729"/>
                  <a:pt x="1414757" y="6431180"/>
                  <a:pt x="1414757" y="6438834"/>
                </a:cubicBezTo>
                <a:cubicBezTo>
                  <a:pt x="1414757" y="6443440"/>
                  <a:pt x="1414334" y="6448282"/>
                  <a:pt x="1413488" y="6453362"/>
                </a:cubicBezTo>
                <a:cubicBezTo>
                  <a:pt x="1412641" y="6458442"/>
                  <a:pt x="1411184" y="6463184"/>
                  <a:pt x="1409119" y="6467586"/>
                </a:cubicBezTo>
                <a:cubicBezTo>
                  <a:pt x="1407053" y="6471989"/>
                  <a:pt x="1404225" y="6475562"/>
                  <a:pt x="1400635" y="6478305"/>
                </a:cubicBezTo>
                <a:cubicBezTo>
                  <a:pt x="1397045" y="6481048"/>
                  <a:pt x="1392508" y="6482420"/>
                  <a:pt x="1387021" y="6482420"/>
                </a:cubicBezTo>
                <a:cubicBezTo>
                  <a:pt x="1381196" y="6482420"/>
                  <a:pt x="1376403" y="6480930"/>
                  <a:pt x="1372644" y="6477950"/>
                </a:cubicBezTo>
                <a:cubicBezTo>
                  <a:pt x="1368885" y="6474969"/>
                  <a:pt x="1365871" y="6471075"/>
                  <a:pt x="1363602" y="6466266"/>
                </a:cubicBezTo>
                <a:cubicBezTo>
                  <a:pt x="1361333" y="6461457"/>
                  <a:pt x="1359742" y="6456292"/>
                  <a:pt x="1358827" y="6450772"/>
                </a:cubicBezTo>
                <a:cubicBezTo>
                  <a:pt x="1357912" y="6445251"/>
                  <a:pt x="1357455" y="6439917"/>
                  <a:pt x="1357455" y="6434770"/>
                </a:cubicBezTo>
                <a:cubicBezTo>
                  <a:pt x="1357455" y="6430096"/>
                  <a:pt x="1357878" y="6425253"/>
                  <a:pt x="1358725" y="6420241"/>
                </a:cubicBezTo>
                <a:cubicBezTo>
                  <a:pt x="1359572" y="6415229"/>
                  <a:pt x="1361045" y="6410538"/>
                  <a:pt x="1363145" y="6406169"/>
                </a:cubicBezTo>
                <a:cubicBezTo>
                  <a:pt x="1365244" y="6401800"/>
                  <a:pt x="1368072" y="6398244"/>
                  <a:pt x="1371629" y="6395501"/>
                </a:cubicBezTo>
                <a:cubicBezTo>
                  <a:pt x="1375184" y="6392758"/>
                  <a:pt x="1379672" y="6391386"/>
                  <a:pt x="1385090" y="6391386"/>
                </a:cubicBezTo>
                <a:close/>
                <a:moveTo>
                  <a:pt x="737391" y="6391386"/>
                </a:moveTo>
                <a:cubicBezTo>
                  <a:pt x="744638" y="6391386"/>
                  <a:pt x="750429" y="6393757"/>
                  <a:pt x="754764" y="6398498"/>
                </a:cubicBezTo>
                <a:cubicBezTo>
                  <a:pt x="759099" y="6403240"/>
                  <a:pt x="762231" y="6409234"/>
                  <a:pt x="764162" y="6416481"/>
                </a:cubicBezTo>
                <a:cubicBezTo>
                  <a:pt x="766092" y="6423729"/>
                  <a:pt x="767057" y="6431180"/>
                  <a:pt x="767057" y="6438834"/>
                </a:cubicBezTo>
                <a:cubicBezTo>
                  <a:pt x="767057" y="6443440"/>
                  <a:pt x="766634" y="6448282"/>
                  <a:pt x="765787" y="6453362"/>
                </a:cubicBezTo>
                <a:cubicBezTo>
                  <a:pt x="764941" y="6458442"/>
                  <a:pt x="763485" y="6463184"/>
                  <a:pt x="761419" y="6467586"/>
                </a:cubicBezTo>
                <a:cubicBezTo>
                  <a:pt x="759353" y="6471989"/>
                  <a:pt x="756525" y="6475562"/>
                  <a:pt x="752935" y="6478305"/>
                </a:cubicBezTo>
                <a:cubicBezTo>
                  <a:pt x="749345" y="6481048"/>
                  <a:pt x="744807" y="6482420"/>
                  <a:pt x="739321" y="6482420"/>
                </a:cubicBezTo>
                <a:cubicBezTo>
                  <a:pt x="733496" y="6482420"/>
                  <a:pt x="728703" y="6480930"/>
                  <a:pt x="724945" y="6477950"/>
                </a:cubicBezTo>
                <a:cubicBezTo>
                  <a:pt x="721185" y="6474969"/>
                  <a:pt x="718171" y="6471075"/>
                  <a:pt x="715902" y="6466266"/>
                </a:cubicBezTo>
                <a:cubicBezTo>
                  <a:pt x="713633" y="6461457"/>
                  <a:pt x="712041" y="6456292"/>
                  <a:pt x="711127" y="6450772"/>
                </a:cubicBezTo>
                <a:cubicBezTo>
                  <a:pt x="710212" y="6445251"/>
                  <a:pt x="709755" y="6439917"/>
                  <a:pt x="709755" y="6434770"/>
                </a:cubicBezTo>
                <a:cubicBezTo>
                  <a:pt x="709755" y="6430096"/>
                  <a:pt x="710179" y="6425253"/>
                  <a:pt x="711025" y="6420241"/>
                </a:cubicBezTo>
                <a:cubicBezTo>
                  <a:pt x="711872" y="6415229"/>
                  <a:pt x="713345" y="6410538"/>
                  <a:pt x="715445" y="6406169"/>
                </a:cubicBezTo>
                <a:cubicBezTo>
                  <a:pt x="717545" y="6401800"/>
                  <a:pt x="720372" y="6398244"/>
                  <a:pt x="723928" y="6395501"/>
                </a:cubicBezTo>
                <a:cubicBezTo>
                  <a:pt x="727485" y="6392758"/>
                  <a:pt x="731972" y="6391386"/>
                  <a:pt x="737391" y="6391386"/>
                </a:cubicBezTo>
                <a:close/>
                <a:moveTo>
                  <a:pt x="953011" y="6390574"/>
                </a:moveTo>
                <a:cubicBezTo>
                  <a:pt x="958836" y="6390574"/>
                  <a:pt x="963493" y="6393029"/>
                  <a:pt x="966981" y="6397940"/>
                </a:cubicBezTo>
                <a:cubicBezTo>
                  <a:pt x="970469" y="6402850"/>
                  <a:pt x="972213" y="6409268"/>
                  <a:pt x="972213" y="6417193"/>
                </a:cubicBezTo>
                <a:cubicBezTo>
                  <a:pt x="972213" y="6422340"/>
                  <a:pt x="971553" y="6427048"/>
                  <a:pt x="970232" y="6431315"/>
                </a:cubicBezTo>
                <a:cubicBezTo>
                  <a:pt x="968911" y="6435583"/>
                  <a:pt x="966863" y="6438986"/>
                  <a:pt x="964085" y="6441526"/>
                </a:cubicBezTo>
                <a:cubicBezTo>
                  <a:pt x="961308" y="6444066"/>
                  <a:pt x="957752" y="6445336"/>
                  <a:pt x="953417" y="6445336"/>
                </a:cubicBezTo>
                <a:cubicBezTo>
                  <a:pt x="947253" y="6445336"/>
                  <a:pt x="942411" y="6442694"/>
                  <a:pt x="938888" y="6437411"/>
                </a:cubicBezTo>
                <a:cubicBezTo>
                  <a:pt x="935366" y="6432128"/>
                  <a:pt x="933605" y="6425423"/>
                  <a:pt x="933605" y="6417294"/>
                </a:cubicBezTo>
                <a:cubicBezTo>
                  <a:pt x="933605" y="6412214"/>
                  <a:pt x="934316" y="6407659"/>
                  <a:pt x="935739" y="6403629"/>
                </a:cubicBezTo>
                <a:cubicBezTo>
                  <a:pt x="937161" y="6399599"/>
                  <a:pt x="939295" y="6396416"/>
                  <a:pt x="942140" y="6394079"/>
                </a:cubicBezTo>
                <a:cubicBezTo>
                  <a:pt x="944984" y="6391742"/>
                  <a:pt x="948608" y="6390574"/>
                  <a:pt x="953011" y="6390574"/>
                </a:cubicBezTo>
                <a:close/>
                <a:moveTo>
                  <a:pt x="4006649" y="6386815"/>
                </a:moveTo>
                <a:lnTo>
                  <a:pt x="4006649" y="6391895"/>
                </a:lnTo>
                <a:lnTo>
                  <a:pt x="4013761" y="6394333"/>
                </a:lnTo>
                <a:cubicBezTo>
                  <a:pt x="4015522" y="6394875"/>
                  <a:pt x="4016911" y="6395468"/>
                  <a:pt x="4017927" y="6396111"/>
                </a:cubicBezTo>
                <a:cubicBezTo>
                  <a:pt x="4018943" y="6396754"/>
                  <a:pt x="4019756" y="6397787"/>
                  <a:pt x="4020365" y="6399210"/>
                </a:cubicBezTo>
                <a:lnTo>
                  <a:pt x="4051658" y="6473581"/>
                </a:lnTo>
                <a:lnTo>
                  <a:pt x="4058668" y="6487399"/>
                </a:lnTo>
                <a:cubicBezTo>
                  <a:pt x="4056501" y="6493088"/>
                  <a:pt x="4054604" y="6497914"/>
                  <a:pt x="4052979" y="6501876"/>
                </a:cubicBezTo>
                <a:cubicBezTo>
                  <a:pt x="4051354" y="6505839"/>
                  <a:pt x="4049711" y="6509090"/>
                  <a:pt x="4048052" y="6511630"/>
                </a:cubicBezTo>
                <a:cubicBezTo>
                  <a:pt x="4046392" y="6514170"/>
                  <a:pt x="4044377" y="6516219"/>
                  <a:pt x="4042006" y="6517777"/>
                </a:cubicBezTo>
                <a:cubicBezTo>
                  <a:pt x="4040652" y="6518793"/>
                  <a:pt x="4039348" y="6519470"/>
                  <a:pt x="4038095" y="6519809"/>
                </a:cubicBezTo>
                <a:cubicBezTo>
                  <a:pt x="4036841" y="6520148"/>
                  <a:pt x="4035402" y="6520317"/>
                  <a:pt x="4033777" y="6520317"/>
                </a:cubicBezTo>
                <a:cubicBezTo>
                  <a:pt x="4032828" y="6520317"/>
                  <a:pt x="4031592" y="6520148"/>
                  <a:pt x="4030068" y="6519809"/>
                </a:cubicBezTo>
                <a:cubicBezTo>
                  <a:pt x="4028544" y="6519470"/>
                  <a:pt x="4026919" y="6519030"/>
                  <a:pt x="4025192" y="6518488"/>
                </a:cubicBezTo>
                <a:cubicBezTo>
                  <a:pt x="4023464" y="6517946"/>
                  <a:pt x="4021838" y="6517371"/>
                  <a:pt x="4020315" y="6516761"/>
                </a:cubicBezTo>
                <a:cubicBezTo>
                  <a:pt x="4018791" y="6516152"/>
                  <a:pt x="4017521" y="6515508"/>
                  <a:pt x="4016504" y="6514831"/>
                </a:cubicBezTo>
                <a:lnTo>
                  <a:pt x="4013558" y="6514831"/>
                </a:lnTo>
                <a:lnTo>
                  <a:pt x="4010916" y="6531391"/>
                </a:lnTo>
                <a:cubicBezTo>
                  <a:pt x="4012068" y="6531933"/>
                  <a:pt x="4013490" y="6532526"/>
                  <a:pt x="4015184" y="6533169"/>
                </a:cubicBezTo>
                <a:cubicBezTo>
                  <a:pt x="4016877" y="6533813"/>
                  <a:pt x="4018774" y="6534354"/>
                  <a:pt x="4020874" y="6534795"/>
                </a:cubicBezTo>
                <a:cubicBezTo>
                  <a:pt x="4022973" y="6535235"/>
                  <a:pt x="4025140" y="6535455"/>
                  <a:pt x="4027376" y="6535455"/>
                </a:cubicBezTo>
                <a:cubicBezTo>
                  <a:pt x="4031710" y="6535455"/>
                  <a:pt x="4035876" y="6534761"/>
                  <a:pt x="4039872" y="6533373"/>
                </a:cubicBezTo>
                <a:cubicBezTo>
                  <a:pt x="4043869" y="6531984"/>
                  <a:pt x="4047662" y="6529173"/>
                  <a:pt x="4051252" y="6524940"/>
                </a:cubicBezTo>
                <a:cubicBezTo>
                  <a:pt x="4054842" y="6520706"/>
                  <a:pt x="4058194" y="6514289"/>
                  <a:pt x="4061310" y="6505686"/>
                </a:cubicBezTo>
                <a:lnTo>
                  <a:pt x="4099512" y="6400225"/>
                </a:lnTo>
                <a:cubicBezTo>
                  <a:pt x="4099986" y="6398735"/>
                  <a:pt x="4100765" y="6397720"/>
                  <a:pt x="4101849" y="6397177"/>
                </a:cubicBezTo>
                <a:cubicBezTo>
                  <a:pt x="4102932" y="6396636"/>
                  <a:pt x="4104355" y="6395993"/>
                  <a:pt x="4106116" y="6395247"/>
                </a:cubicBezTo>
                <a:lnTo>
                  <a:pt x="4113532" y="6391895"/>
                </a:lnTo>
                <a:lnTo>
                  <a:pt x="4113532" y="6386815"/>
                </a:lnTo>
                <a:lnTo>
                  <a:pt x="4077058" y="6386815"/>
                </a:lnTo>
                <a:lnTo>
                  <a:pt x="4077058" y="6391895"/>
                </a:lnTo>
                <a:lnTo>
                  <a:pt x="4091384" y="6396365"/>
                </a:lnTo>
                <a:lnTo>
                  <a:pt x="4066796" y="6464945"/>
                </a:lnTo>
                <a:lnTo>
                  <a:pt x="4066492" y="6464945"/>
                </a:lnTo>
                <a:lnTo>
                  <a:pt x="4061412" y="6452245"/>
                </a:lnTo>
                <a:lnTo>
                  <a:pt x="4037841" y="6395349"/>
                </a:lnTo>
                <a:lnTo>
                  <a:pt x="4052573" y="6391895"/>
                </a:lnTo>
                <a:lnTo>
                  <a:pt x="4052573" y="6386815"/>
                </a:lnTo>
                <a:close/>
                <a:moveTo>
                  <a:pt x="1987349" y="6386815"/>
                </a:moveTo>
                <a:lnTo>
                  <a:pt x="1987349" y="6391895"/>
                </a:lnTo>
                <a:lnTo>
                  <a:pt x="1994461" y="6394333"/>
                </a:lnTo>
                <a:cubicBezTo>
                  <a:pt x="1996222" y="6394875"/>
                  <a:pt x="1997611" y="6395468"/>
                  <a:pt x="1998627" y="6396111"/>
                </a:cubicBezTo>
                <a:cubicBezTo>
                  <a:pt x="1999643" y="6396754"/>
                  <a:pt x="2000456" y="6397787"/>
                  <a:pt x="2001066" y="6399210"/>
                </a:cubicBezTo>
                <a:lnTo>
                  <a:pt x="2032358" y="6473581"/>
                </a:lnTo>
                <a:lnTo>
                  <a:pt x="2039369" y="6487399"/>
                </a:lnTo>
                <a:cubicBezTo>
                  <a:pt x="2037201" y="6493088"/>
                  <a:pt x="2035305" y="6497914"/>
                  <a:pt x="2033679" y="6501876"/>
                </a:cubicBezTo>
                <a:cubicBezTo>
                  <a:pt x="2032053" y="6505839"/>
                  <a:pt x="2030411" y="6509090"/>
                  <a:pt x="2028751" y="6511630"/>
                </a:cubicBezTo>
                <a:cubicBezTo>
                  <a:pt x="2027092" y="6514170"/>
                  <a:pt x="2025077" y="6516219"/>
                  <a:pt x="2022706" y="6517777"/>
                </a:cubicBezTo>
                <a:cubicBezTo>
                  <a:pt x="2021352" y="6518793"/>
                  <a:pt x="2020048" y="6519470"/>
                  <a:pt x="2018795" y="6519809"/>
                </a:cubicBezTo>
                <a:cubicBezTo>
                  <a:pt x="2017542" y="6520148"/>
                  <a:pt x="2016102" y="6520317"/>
                  <a:pt x="2014476" y="6520317"/>
                </a:cubicBezTo>
                <a:cubicBezTo>
                  <a:pt x="2013528" y="6520317"/>
                  <a:pt x="2012292" y="6520148"/>
                  <a:pt x="2010768" y="6519809"/>
                </a:cubicBezTo>
                <a:cubicBezTo>
                  <a:pt x="2009244" y="6519470"/>
                  <a:pt x="2007618" y="6519030"/>
                  <a:pt x="2005892" y="6518488"/>
                </a:cubicBezTo>
                <a:cubicBezTo>
                  <a:pt x="2004164" y="6517946"/>
                  <a:pt x="2002539" y="6517371"/>
                  <a:pt x="2001015" y="6516761"/>
                </a:cubicBezTo>
                <a:cubicBezTo>
                  <a:pt x="1999490" y="6516152"/>
                  <a:pt x="1998221" y="6515508"/>
                  <a:pt x="1997205" y="6514831"/>
                </a:cubicBezTo>
                <a:lnTo>
                  <a:pt x="1994258" y="6514831"/>
                </a:lnTo>
                <a:lnTo>
                  <a:pt x="1991617" y="6531391"/>
                </a:lnTo>
                <a:cubicBezTo>
                  <a:pt x="1992768" y="6531933"/>
                  <a:pt x="1994190" y="6532526"/>
                  <a:pt x="1995884" y="6533169"/>
                </a:cubicBezTo>
                <a:cubicBezTo>
                  <a:pt x="1997577" y="6533813"/>
                  <a:pt x="1999474" y="6534354"/>
                  <a:pt x="2001573" y="6534795"/>
                </a:cubicBezTo>
                <a:cubicBezTo>
                  <a:pt x="2003673" y="6535235"/>
                  <a:pt x="2005841" y="6535455"/>
                  <a:pt x="2008076" y="6535455"/>
                </a:cubicBezTo>
                <a:cubicBezTo>
                  <a:pt x="2012411" y="6535455"/>
                  <a:pt x="2016576" y="6534761"/>
                  <a:pt x="2020572" y="6533373"/>
                </a:cubicBezTo>
                <a:cubicBezTo>
                  <a:pt x="2024569" y="6531984"/>
                  <a:pt x="2028362" y="6529173"/>
                  <a:pt x="2031952" y="6524940"/>
                </a:cubicBezTo>
                <a:cubicBezTo>
                  <a:pt x="2035542" y="6520706"/>
                  <a:pt x="2038894" y="6514289"/>
                  <a:pt x="2042010" y="6505686"/>
                </a:cubicBezTo>
                <a:lnTo>
                  <a:pt x="2080212" y="6400225"/>
                </a:lnTo>
                <a:cubicBezTo>
                  <a:pt x="2080686" y="6398735"/>
                  <a:pt x="2081465" y="6397720"/>
                  <a:pt x="2082548" y="6397177"/>
                </a:cubicBezTo>
                <a:cubicBezTo>
                  <a:pt x="2083632" y="6396636"/>
                  <a:pt x="2085055" y="6395993"/>
                  <a:pt x="2086816" y="6395247"/>
                </a:cubicBezTo>
                <a:lnTo>
                  <a:pt x="2094233" y="6391895"/>
                </a:lnTo>
                <a:lnTo>
                  <a:pt x="2094233" y="6386815"/>
                </a:lnTo>
                <a:lnTo>
                  <a:pt x="2057758" y="6386815"/>
                </a:lnTo>
                <a:lnTo>
                  <a:pt x="2057758" y="6391895"/>
                </a:lnTo>
                <a:lnTo>
                  <a:pt x="2072084" y="6396365"/>
                </a:lnTo>
                <a:lnTo>
                  <a:pt x="2047497" y="6464945"/>
                </a:lnTo>
                <a:lnTo>
                  <a:pt x="2047192" y="6464945"/>
                </a:lnTo>
                <a:lnTo>
                  <a:pt x="2042112" y="6452245"/>
                </a:lnTo>
                <a:lnTo>
                  <a:pt x="2018540" y="6395349"/>
                </a:lnTo>
                <a:lnTo>
                  <a:pt x="2033273" y="6391895"/>
                </a:lnTo>
                <a:lnTo>
                  <a:pt x="2033273" y="6386815"/>
                </a:lnTo>
                <a:close/>
                <a:moveTo>
                  <a:pt x="1492050" y="6386815"/>
                </a:moveTo>
                <a:lnTo>
                  <a:pt x="1492050" y="6391895"/>
                </a:lnTo>
                <a:lnTo>
                  <a:pt x="1499162" y="6394333"/>
                </a:lnTo>
                <a:cubicBezTo>
                  <a:pt x="1500923" y="6394875"/>
                  <a:pt x="1502311" y="6395468"/>
                  <a:pt x="1503327" y="6396111"/>
                </a:cubicBezTo>
                <a:cubicBezTo>
                  <a:pt x="1504344" y="6396754"/>
                  <a:pt x="1505157" y="6397787"/>
                  <a:pt x="1505766" y="6399210"/>
                </a:cubicBezTo>
                <a:lnTo>
                  <a:pt x="1537058" y="6473581"/>
                </a:lnTo>
                <a:lnTo>
                  <a:pt x="1544069" y="6487399"/>
                </a:lnTo>
                <a:cubicBezTo>
                  <a:pt x="1541901" y="6493088"/>
                  <a:pt x="1540005" y="6497914"/>
                  <a:pt x="1538379" y="6501876"/>
                </a:cubicBezTo>
                <a:cubicBezTo>
                  <a:pt x="1536754" y="6505839"/>
                  <a:pt x="1535111" y="6509090"/>
                  <a:pt x="1533452" y="6511630"/>
                </a:cubicBezTo>
                <a:cubicBezTo>
                  <a:pt x="1531792" y="6514170"/>
                  <a:pt x="1529777" y="6516219"/>
                  <a:pt x="1527406" y="6517777"/>
                </a:cubicBezTo>
                <a:cubicBezTo>
                  <a:pt x="1526052" y="6518793"/>
                  <a:pt x="1524748" y="6519470"/>
                  <a:pt x="1523495" y="6519809"/>
                </a:cubicBezTo>
                <a:cubicBezTo>
                  <a:pt x="1522242" y="6520148"/>
                  <a:pt x="1520802" y="6520317"/>
                  <a:pt x="1519177" y="6520317"/>
                </a:cubicBezTo>
                <a:cubicBezTo>
                  <a:pt x="1518229" y="6520317"/>
                  <a:pt x="1516992" y="6520148"/>
                  <a:pt x="1515468" y="6519809"/>
                </a:cubicBezTo>
                <a:cubicBezTo>
                  <a:pt x="1513944" y="6519470"/>
                  <a:pt x="1512319" y="6519030"/>
                  <a:pt x="1510592" y="6518488"/>
                </a:cubicBezTo>
                <a:cubicBezTo>
                  <a:pt x="1508864" y="6517946"/>
                  <a:pt x="1507239" y="6517371"/>
                  <a:pt x="1505715" y="6516761"/>
                </a:cubicBezTo>
                <a:cubicBezTo>
                  <a:pt x="1504191" y="6516152"/>
                  <a:pt x="1502921" y="6515508"/>
                  <a:pt x="1501905" y="6514831"/>
                </a:cubicBezTo>
                <a:lnTo>
                  <a:pt x="1498958" y="6514831"/>
                </a:lnTo>
                <a:lnTo>
                  <a:pt x="1496317" y="6531391"/>
                </a:lnTo>
                <a:cubicBezTo>
                  <a:pt x="1497468" y="6531933"/>
                  <a:pt x="1498891" y="6532526"/>
                  <a:pt x="1500584" y="6533169"/>
                </a:cubicBezTo>
                <a:cubicBezTo>
                  <a:pt x="1502278" y="6533813"/>
                  <a:pt x="1504174" y="6534354"/>
                  <a:pt x="1506274" y="6534795"/>
                </a:cubicBezTo>
                <a:cubicBezTo>
                  <a:pt x="1508373" y="6535235"/>
                  <a:pt x="1510541" y="6535455"/>
                  <a:pt x="1512777" y="6535455"/>
                </a:cubicBezTo>
                <a:cubicBezTo>
                  <a:pt x="1517111" y="6535455"/>
                  <a:pt x="1521277" y="6534761"/>
                  <a:pt x="1525273" y="6533373"/>
                </a:cubicBezTo>
                <a:cubicBezTo>
                  <a:pt x="1529270" y="6531984"/>
                  <a:pt x="1533063" y="6529173"/>
                  <a:pt x="1536652" y="6524940"/>
                </a:cubicBezTo>
                <a:cubicBezTo>
                  <a:pt x="1540242" y="6520706"/>
                  <a:pt x="1543595" y="6514289"/>
                  <a:pt x="1546710" y="6505686"/>
                </a:cubicBezTo>
                <a:lnTo>
                  <a:pt x="1584912" y="6400225"/>
                </a:lnTo>
                <a:cubicBezTo>
                  <a:pt x="1585386" y="6398735"/>
                  <a:pt x="1586165" y="6397720"/>
                  <a:pt x="1587249" y="6397177"/>
                </a:cubicBezTo>
                <a:cubicBezTo>
                  <a:pt x="1588332" y="6396636"/>
                  <a:pt x="1589755" y="6395993"/>
                  <a:pt x="1591516" y="6395247"/>
                </a:cubicBezTo>
                <a:lnTo>
                  <a:pt x="1598933" y="6391895"/>
                </a:lnTo>
                <a:lnTo>
                  <a:pt x="1598933" y="6386815"/>
                </a:lnTo>
                <a:lnTo>
                  <a:pt x="1562458" y="6386815"/>
                </a:lnTo>
                <a:lnTo>
                  <a:pt x="1562458" y="6391895"/>
                </a:lnTo>
                <a:lnTo>
                  <a:pt x="1576784" y="6396365"/>
                </a:lnTo>
                <a:lnTo>
                  <a:pt x="1552197" y="6464945"/>
                </a:lnTo>
                <a:lnTo>
                  <a:pt x="1551892" y="6464945"/>
                </a:lnTo>
                <a:lnTo>
                  <a:pt x="1546812" y="6452245"/>
                </a:lnTo>
                <a:lnTo>
                  <a:pt x="1523241" y="6395349"/>
                </a:lnTo>
                <a:lnTo>
                  <a:pt x="1537973" y="6391895"/>
                </a:lnTo>
                <a:lnTo>
                  <a:pt x="1537973" y="6386815"/>
                </a:lnTo>
                <a:close/>
                <a:moveTo>
                  <a:pt x="3343659" y="6384986"/>
                </a:moveTo>
                <a:lnTo>
                  <a:pt x="3308708" y="6391793"/>
                </a:lnTo>
                <a:lnTo>
                  <a:pt x="3308708" y="6395247"/>
                </a:lnTo>
                <a:lnTo>
                  <a:pt x="3320088" y="6398905"/>
                </a:lnTo>
                <a:cubicBezTo>
                  <a:pt x="3322187" y="6399582"/>
                  <a:pt x="3323711" y="6400514"/>
                  <a:pt x="3324660" y="6401699"/>
                </a:cubicBezTo>
                <a:cubicBezTo>
                  <a:pt x="3325608" y="6402884"/>
                  <a:pt x="3326082" y="6404323"/>
                  <a:pt x="3326082" y="6406017"/>
                </a:cubicBezTo>
                <a:lnTo>
                  <a:pt x="3326082" y="6476223"/>
                </a:lnTo>
                <a:cubicBezTo>
                  <a:pt x="3326082" y="6485434"/>
                  <a:pt x="3325896" y="6493444"/>
                  <a:pt x="3325523" y="6500251"/>
                </a:cubicBezTo>
                <a:cubicBezTo>
                  <a:pt x="3325150" y="6507058"/>
                  <a:pt x="3324287" y="6512121"/>
                  <a:pt x="3322932" y="6515440"/>
                </a:cubicBezTo>
                <a:cubicBezTo>
                  <a:pt x="3322187" y="6517336"/>
                  <a:pt x="3320934" y="6518810"/>
                  <a:pt x="3319173" y="6519859"/>
                </a:cubicBezTo>
                <a:cubicBezTo>
                  <a:pt x="3317412" y="6520909"/>
                  <a:pt x="3314872" y="6521434"/>
                  <a:pt x="3311553" y="6521434"/>
                </a:cubicBezTo>
                <a:cubicBezTo>
                  <a:pt x="3308505" y="6521434"/>
                  <a:pt x="3305711" y="6521062"/>
                  <a:pt x="3303171" y="6520317"/>
                </a:cubicBezTo>
                <a:cubicBezTo>
                  <a:pt x="3300631" y="6519572"/>
                  <a:pt x="3298244" y="6518623"/>
                  <a:pt x="3296008" y="6517472"/>
                </a:cubicBezTo>
                <a:cubicBezTo>
                  <a:pt x="3293773" y="6516321"/>
                  <a:pt x="3291606" y="6515135"/>
                  <a:pt x="3289506" y="6513916"/>
                </a:cubicBezTo>
                <a:lnTo>
                  <a:pt x="3287169" y="6513916"/>
                </a:lnTo>
                <a:lnTo>
                  <a:pt x="3284426" y="6529868"/>
                </a:lnTo>
                <a:cubicBezTo>
                  <a:pt x="3286119" y="6530680"/>
                  <a:pt x="3288016" y="6531391"/>
                  <a:pt x="3290116" y="6532001"/>
                </a:cubicBezTo>
                <a:cubicBezTo>
                  <a:pt x="3292215" y="6532610"/>
                  <a:pt x="3294298" y="6533068"/>
                  <a:pt x="3296364" y="6533373"/>
                </a:cubicBezTo>
                <a:cubicBezTo>
                  <a:pt x="3298430" y="6533677"/>
                  <a:pt x="3300174" y="6533829"/>
                  <a:pt x="3301596" y="6533829"/>
                </a:cubicBezTo>
                <a:cubicBezTo>
                  <a:pt x="3309318" y="6533829"/>
                  <a:pt x="3316362" y="6531645"/>
                  <a:pt x="3322729" y="6527276"/>
                </a:cubicBezTo>
                <a:cubicBezTo>
                  <a:pt x="3329096" y="6522907"/>
                  <a:pt x="3334176" y="6516558"/>
                  <a:pt x="3337969" y="6508226"/>
                </a:cubicBezTo>
                <a:cubicBezTo>
                  <a:pt x="3341762" y="6499896"/>
                  <a:pt x="3343659" y="6489769"/>
                  <a:pt x="3343659" y="6477848"/>
                </a:cubicBezTo>
                <a:close/>
                <a:moveTo>
                  <a:pt x="2519530" y="6384782"/>
                </a:moveTo>
                <a:lnTo>
                  <a:pt x="2486104" y="6391590"/>
                </a:lnTo>
                <a:lnTo>
                  <a:pt x="2486104" y="6395146"/>
                </a:lnTo>
                <a:lnTo>
                  <a:pt x="2495959" y="6398702"/>
                </a:lnTo>
                <a:cubicBezTo>
                  <a:pt x="2498059" y="6399514"/>
                  <a:pt x="2499566" y="6400479"/>
                  <a:pt x="2500480" y="6401597"/>
                </a:cubicBezTo>
                <a:cubicBezTo>
                  <a:pt x="2501395" y="6402715"/>
                  <a:pt x="2501852" y="6404154"/>
                  <a:pt x="2501852" y="6405915"/>
                </a:cubicBezTo>
                <a:lnTo>
                  <a:pt x="2501852" y="6453972"/>
                </a:lnTo>
                <a:cubicBezTo>
                  <a:pt x="2501852" y="6462303"/>
                  <a:pt x="2503257" y="6469060"/>
                  <a:pt x="2506068" y="6474241"/>
                </a:cubicBezTo>
                <a:cubicBezTo>
                  <a:pt x="2508879" y="6479423"/>
                  <a:pt x="2512689" y="6483216"/>
                  <a:pt x="2517498" y="6485620"/>
                </a:cubicBezTo>
                <a:cubicBezTo>
                  <a:pt x="2522307" y="6488025"/>
                  <a:pt x="2527692" y="6489227"/>
                  <a:pt x="2533652" y="6489227"/>
                </a:cubicBezTo>
                <a:cubicBezTo>
                  <a:pt x="2541577" y="6489227"/>
                  <a:pt x="2547961" y="6487754"/>
                  <a:pt x="2552804" y="6484807"/>
                </a:cubicBezTo>
                <a:cubicBezTo>
                  <a:pt x="2557647" y="6481861"/>
                  <a:pt x="2562100" y="6477509"/>
                  <a:pt x="2566164" y="6471752"/>
                </a:cubicBezTo>
                <a:lnTo>
                  <a:pt x="2566368" y="6471752"/>
                </a:lnTo>
                <a:lnTo>
                  <a:pt x="2566368" y="6489227"/>
                </a:lnTo>
                <a:lnTo>
                  <a:pt x="2568196" y="6489227"/>
                </a:lnTo>
                <a:lnTo>
                  <a:pt x="2599083" y="6481811"/>
                </a:lnTo>
                <a:lnTo>
                  <a:pt x="2599083" y="6478254"/>
                </a:lnTo>
                <a:lnTo>
                  <a:pt x="2589330" y="6475003"/>
                </a:lnTo>
                <a:cubicBezTo>
                  <a:pt x="2587094" y="6474258"/>
                  <a:pt x="2585536" y="6473310"/>
                  <a:pt x="2584656" y="6472158"/>
                </a:cubicBezTo>
                <a:cubicBezTo>
                  <a:pt x="2583775" y="6471007"/>
                  <a:pt x="2583335" y="6469585"/>
                  <a:pt x="2583335" y="6467891"/>
                </a:cubicBezTo>
                <a:lnTo>
                  <a:pt x="2583335" y="6384782"/>
                </a:lnTo>
                <a:lnTo>
                  <a:pt x="2549807" y="6392301"/>
                </a:lnTo>
                <a:lnTo>
                  <a:pt x="2549807" y="6395857"/>
                </a:lnTo>
                <a:lnTo>
                  <a:pt x="2559764" y="6399413"/>
                </a:lnTo>
                <a:cubicBezTo>
                  <a:pt x="2561931" y="6400225"/>
                  <a:pt x="2563455" y="6401072"/>
                  <a:pt x="2564336" y="6401953"/>
                </a:cubicBezTo>
                <a:cubicBezTo>
                  <a:pt x="2565216" y="6402833"/>
                  <a:pt x="2565656" y="6404154"/>
                  <a:pt x="2565656" y="6405915"/>
                </a:cubicBezTo>
                <a:lnTo>
                  <a:pt x="2565656" y="6466570"/>
                </a:lnTo>
                <a:cubicBezTo>
                  <a:pt x="2563692" y="6469212"/>
                  <a:pt x="2560644" y="6471600"/>
                  <a:pt x="2556513" y="6473733"/>
                </a:cubicBezTo>
                <a:cubicBezTo>
                  <a:pt x="2552381" y="6475867"/>
                  <a:pt x="2547301" y="6476934"/>
                  <a:pt x="2541272" y="6476934"/>
                </a:cubicBezTo>
                <a:cubicBezTo>
                  <a:pt x="2534974" y="6476934"/>
                  <a:pt x="2530266" y="6475731"/>
                  <a:pt x="2527150" y="6473327"/>
                </a:cubicBezTo>
                <a:cubicBezTo>
                  <a:pt x="2524034" y="6470922"/>
                  <a:pt x="2521986" y="6467485"/>
                  <a:pt x="2521003" y="6463015"/>
                </a:cubicBezTo>
                <a:cubicBezTo>
                  <a:pt x="2520021" y="6458544"/>
                  <a:pt x="2519530" y="6453261"/>
                  <a:pt x="2519530" y="6447165"/>
                </a:cubicBezTo>
                <a:close/>
                <a:moveTo>
                  <a:pt x="1738480" y="6384782"/>
                </a:moveTo>
                <a:lnTo>
                  <a:pt x="1705054" y="6391590"/>
                </a:lnTo>
                <a:lnTo>
                  <a:pt x="1705054" y="6395146"/>
                </a:lnTo>
                <a:lnTo>
                  <a:pt x="1714909" y="6398702"/>
                </a:lnTo>
                <a:cubicBezTo>
                  <a:pt x="1717009" y="6399514"/>
                  <a:pt x="1718516" y="6400479"/>
                  <a:pt x="1719430" y="6401597"/>
                </a:cubicBezTo>
                <a:cubicBezTo>
                  <a:pt x="1720345" y="6402715"/>
                  <a:pt x="1720802" y="6404154"/>
                  <a:pt x="1720802" y="6405915"/>
                </a:cubicBezTo>
                <a:lnTo>
                  <a:pt x="1720802" y="6453972"/>
                </a:lnTo>
                <a:cubicBezTo>
                  <a:pt x="1720802" y="6462303"/>
                  <a:pt x="1722207" y="6469060"/>
                  <a:pt x="1725018" y="6474241"/>
                </a:cubicBezTo>
                <a:cubicBezTo>
                  <a:pt x="1727829" y="6479423"/>
                  <a:pt x="1731639" y="6483216"/>
                  <a:pt x="1736448" y="6485620"/>
                </a:cubicBezTo>
                <a:cubicBezTo>
                  <a:pt x="1741257" y="6488025"/>
                  <a:pt x="1746642" y="6489227"/>
                  <a:pt x="1752603" y="6489227"/>
                </a:cubicBezTo>
                <a:cubicBezTo>
                  <a:pt x="1760527" y="6489227"/>
                  <a:pt x="1766911" y="6487754"/>
                  <a:pt x="1771754" y="6484807"/>
                </a:cubicBezTo>
                <a:cubicBezTo>
                  <a:pt x="1776597" y="6481861"/>
                  <a:pt x="1781050" y="6477509"/>
                  <a:pt x="1785114" y="6471752"/>
                </a:cubicBezTo>
                <a:lnTo>
                  <a:pt x="1785318" y="6471752"/>
                </a:lnTo>
                <a:lnTo>
                  <a:pt x="1785318" y="6489227"/>
                </a:lnTo>
                <a:lnTo>
                  <a:pt x="1787146" y="6489227"/>
                </a:lnTo>
                <a:lnTo>
                  <a:pt x="1818033" y="6481811"/>
                </a:lnTo>
                <a:lnTo>
                  <a:pt x="1818033" y="6478254"/>
                </a:lnTo>
                <a:lnTo>
                  <a:pt x="1808279" y="6475003"/>
                </a:lnTo>
                <a:cubicBezTo>
                  <a:pt x="1806044" y="6474258"/>
                  <a:pt x="1804486" y="6473310"/>
                  <a:pt x="1803606" y="6472158"/>
                </a:cubicBezTo>
                <a:cubicBezTo>
                  <a:pt x="1802725" y="6471007"/>
                  <a:pt x="1802285" y="6469585"/>
                  <a:pt x="1802285" y="6467891"/>
                </a:cubicBezTo>
                <a:lnTo>
                  <a:pt x="1802285" y="6384782"/>
                </a:lnTo>
                <a:lnTo>
                  <a:pt x="1768757" y="6392301"/>
                </a:lnTo>
                <a:lnTo>
                  <a:pt x="1768757" y="6395857"/>
                </a:lnTo>
                <a:lnTo>
                  <a:pt x="1778714" y="6399413"/>
                </a:lnTo>
                <a:cubicBezTo>
                  <a:pt x="1780881" y="6400225"/>
                  <a:pt x="1782405" y="6401072"/>
                  <a:pt x="1783286" y="6401953"/>
                </a:cubicBezTo>
                <a:cubicBezTo>
                  <a:pt x="1784166" y="6402833"/>
                  <a:pt x="1784607" y="6404154"/>
                  <a:pt x="1784607" y="6405915"/>
                </a:cubicBezTo>
                <a:lnTo>
                  <a:pt x="1784607" y="6466570"/>
                </a:lnTo>
                <a:cubicBezTo>
                  <a:pt x="1782642" y="6469212"/>
                  <a:pt x="1779594" y="6471600"/>
                  <a:pt x="1775463" y="6473733"/>
                </a:cubicBezTo>
                <a:cubicBezTo>
                  <a:pt x="1771331" y="6475867"/>
                  <a:pt x="1766251" y="6476934"/>
                  <a:pt x="1760223" y="6476934"/>
                </a:cubicBezTo>
                <a:cubicBezTo>
                  <a:pt x="1753923" y="6476934"/>
                  <a:pt x="1749216" y="6475731"/>
                  <a:pt x="1746100" y="6473327"/>
                </a:cubicBezTo>
                <a:cubicBezTo>
                  <a:pt x="1742984" y="6470922"/>
                  <a:pt x="1740936" y="6467485"/>
                  <a:pt x="1739953" y="6463015"/>
                </a:cubicBezTo>
                <a:cubicBezTo>
                  <a:pt x="1738971" y="6458544"/>
                  <a:pt x="1738480" y="6453261"/>
                  <a:pt x="1738480" y="6447165"/>
                </a:cubicBezTo>
                <a:close/>
                <a:moveTo>
                  <a:pt x="824080" y="6384782"/>
                </a:moveTo>
                <a:lnTo>
                  <a:pt x="790655" y="6391590"/>
                </a:lnTo>
                <a:lnTo>
                  <a:pt x="790655" y="6395146"/>
                </a:lnTo>
                <a:lnTo>
                  <a:pt x="800509" y="6398702"/>
                </a:lnTo>
                <a:cubicBezTo>
                  <a:pt x="802609" y="6399514"/>
                  <a:pt x="804116" y="6400479"/>
                  <a:pt x="805030" y="6401597"/>
                </a:cubicBezTo>
                <a:cubicBezTo>
                  <a:pt x="805945" y="6402715"/>
                  <a:pt x="806402" y="6404154"/>
                  <a:pt x="806402" y="6405915"/>
                </a:cubicBezTo>
                <a:lnTo>
                  <a:pt x="806402" y="6453972"/>
                </a:lnTo>
                <a:cubicBezTo>
                  <a:pt x="806402" y="6462303"/>
                  <a:pt x="807807" y="6469060"/>
                  <a:pt x="810618" y="6474241"/>
                </a:cubicBezTo>
                <a:cubicBezTo>
                  <a:pt x="813429" y="6479423"/>
                  <a:pt x="817239" y="6483216"/>
                  <a:pt x="822048" y="6485620"/>
                </a:cubicBezTo>
                <a:cubicBezTo>
                  <a:pt x="826857" y="6488025"/>
                  <a:pt x="832242" y="6489227"/>
                  <a:pt x="838203" y="6489227"/>
                </a:cubicBezTo>
                <a:cubicBezTo>
                  <a:pt x="846128" y="6489227"/>
                  <a:pt x="852511" y="6487754"/>
                  <a:pt x="857354" y="6484807"/>
                </a:cubicBezTo>
                <a:cubicBezTo>
                  <a:pt x="862197" y="6481861"/>
                  <a:pt x="866651" y="6477509"/>
                  <a:pt x="870715" y="6471752"/>
                </a:cubicBezTo>
                <a:lnTo>
                  <a:pt x="870919" y="6471752"/>
                </a:lnTo>
                <a:lnTo>
                  <a:pt x="870919" y="6489227"/>
                </a:lnTo>
                <a:lnTo>
                  <a:pt x="872747" y="6489227"/>
                </a:lnTo>
                <a:lnTo>
                  <a:pt x="903633" y="6481811"/>
                </a:lnTo>
                <a:lnTo>
                  <a:pt x="903633" y="6478254"/>
                </a:lnTo>
                <a:lnTo>
                  <a:pt x="893880" y="6475003"/>
                </a:lnTo>
                <a:cubicBezTo>
                  <a:pt x="891644" y="6474258"/>
                  <a:pt x="890087" y="6473310"/>
                  <a:pt x="889206" y="6472158"/>
                </a:cubicBezTo>
                <a:cubicBezTo>
                  <a:pt x="888326" y="6471007"/>
                  <a:pt x="887886" y="6469585"/>
                  <a:pt x="887886" y="6467891"/>
                </a:cubicBezTo>
                <a:lnTo>
                  <a:pt x="887886" y="6384782"/>
                </a:lnTo>
                <a:lnTo>
                  <a:pt x="854357" y="6392301"/>
                </a:lnTo>
                <a:lnTo>
                  <a:pt x="854357" y="6395857"/>
                </a:lnTo>
                <a:lnTo>
                  <a:pt x="864314" y="6399413"/>
                </a:lnTo>
                <a:cubicBezTo>
                  <a:pt x="866481" y="6400225"/>
                  <a:pt x="868005" y="6401072"/>
                  <a:pt x="868886" y="6401953"/>
                </a:cubicBezTo>
                <a:cubicBezTo>
                  <a:pt x="869767" y="6402833"/>
                  <a:pt x="870207" y="6404154"/>
                  <a:pt x="870207" y="6405915"/>
                </a:cubicBezTo>
                <a:lnTo>
                  <a:pt x="870207" y="6466570"/>
                </a:lnTo>
                <a:cubicBezTo>
                  <a:pt x="868243" y="6469212"/>
                  <a:pt x="865195" y="6471600"/>
                  <a:pt x="861063" y="6473733"/>
                </a:cubicBezTo>
                <a:cubicBezTo>
                  <a:pt x="856931" y="6475867"/>
                  <a:pt x="851851" y="6476934"/>
                  <a:pt x="845823" y="6476934"/>
                </a:cubicBezTo>
                <a:cubicBezTo>
                  <a:pt x="839524" y="6476934"/>
                  <a:pt x="834816" y="6475731"/>
                  <a:pt x="831700" y="6473327"/>
                </a:cubicBezTo>
                <a:cubicBezTo>
                  <a:pt x="828585" y="6470922"/>
                  <a:pt x="826536" y="6467485"/>
                  <a:pt x="825554" y="6463015"/>
                </a:cubicBezTo>
                <a:cubicBezTo>
                  <a:pt x="824571" y="6458544"/>
                  <a:pt x="824080" y="6453261"/>
                  <a:pt x="824080" y="6447165"/>
                </a:cubicBezTo>
                <a:close/>
                <a:moveTo>
                  <a:pt x="4583814" y="6383969"/>
                </a:moveTo>
                <a:cubicBezTo>
                  <a:pt x="4580020" y="6383969"/>
                  <a:pt x="4576295" y="6384410"/>
                  <a:pt x="4572638" y="6385290"/>
                </a:cubicBezTo>
                <a:cubicBezTo>
                  <a:pt x="4568980" y="6386171"/>
                  <a:pt x="4565390" y="6387865"/>
                  <a:pt x="4561868" y="6390370"/>
                </a:cubicBezTo>
                <a:cubicBezTo>
                  <a:pt x="4558346" y="6392876"/>
                  <a:pt x="4554790" y="6396568"/>
                  <a:pt x="4551200" y="6401445"/>
                </a:cubicBezTo>
                <a:lnTo>
                  <a:pt x="4550997" y="6401445"/>
                </a:lnTo>
                <a:lnTo>
                  <a:pt x="4550997" y="6384782"/>
                </a:lnTo>
                <a:lnTo>
                  <a:pt x="4518383" y="6391590"/>
                </a:lnTo>
                <a:lnTo>
                  <a:pt x="4518383" y="6395146"/>
                </a:lnTo>
                <a:lnTo>
                  <a:pt x="4528137" y="6398702"/>
                </a:lnTo>
                <a:cubicBezTo>
                  <a:pt x="4530236" y="6399514"/>
                  <a:pt x="4531760" y="6400479"/>
                  <a:pt x="4532709" y="6401597"/>
                </a:cubicBezTo>
                <a:cubicBezTo>
                  <a:pt x="4533657" y="6402715"/>
                  <a:pt x="4534131" y="6404154"/>
                  <a:pt x="4534131" y="6405915"/>
                </a:cubicBezTo>
                <a:lnTo>
                  <a:pt x="4534131" y="6473683"/>
                </a:lnTo>
                <a:cubicBezTo>
                  <a:pt x="4534131" y="6475173"/>
                  <a:pt x="4533708" y="6476409"/>
                  <a:pt x="4532861" y="6477391"/>
                </a:cubicBezTo>
                <a:cubicBezTo>
                  <a:pt x="4532014" y="6478373"/>
                  <a:pt x="4530948" y="6479033"/>
                  <a:pt x="4529661" y="6479372"/>
                </a:cubicBezTo>
                <a:lnTo>
                  <a:pt x="4518282" y="6482115"/>
                </a:lnTo>
                <a:lnTo>
                  <a:pt x="4518282" y="6487195"/>
                </a:lnTo>
                <a:lnTo>
                  <a:pt x="4565932" y="6487195"/>
                </a:lnTo>
                <a:lnTo>
                  <a:pt x="4565932" y="6482115"/>
                </a:lnTo>
                <a:lnTo>
                  <a:pt x="4556178" y="6479372"/>
                </a:lnTo>
                <a:cubicBezTo>
                  <a:pt x="4554892" y="6479033"/>
                  <a:pt x="4553824" y="6478390"/>
                  <a:pt x="4552978" y="6477442"/>
                </a:cubicBezTo>
                <a:cubicBezTo>
                  <a:pt x="4552131" y="6476493"/>
                  <a:pt x="4551708" y="6475240"/>
                  <a:pt x="4551708" y="6473683"/>
                </a:cubicBezTo>
                <a:lnTo>
                  <a:pt x="4551708" y="6406728"/>
                </a:lnTo>
                <a:cubicBezTo>
                  <a:pt x="4554756" y="6402867"/>
                  <a:pt x="4558566" y="6400124"/>
                  <a:pt x="4563138" y="6398498"/>
                </a:cubicBezTo>
                <a:cubicBezTo>
                  <a:pt x="4567710" y="6396873"/>
                  <a:pt x="4572062" y="6396060"/>
                  <a:pt x="4576194" y="6396060"/>
                </a:cubicBezTo>
                <a:cubicBezTo>
                  <a:pt x="4582492" y="6396060"/>
                  <a:pt x="4587217" y="6397296"/>
                  <a:pt x="4590367" y="6399768"/>
                </a:cubicBezTo>
                <a:cubicBezTo>
                  <a:pt x="4593516" y="6402240"/>
                  <a:pt x="4595633" y="6405712"/>
                  <a:pt x="4596717" y="6410182"/>
                </a:cubicBezTo>
                <a:cubicBezTo>
                  <a:pt x="4597800" y="6414653"/>
                  <a:pt x="4598342" y="6419970"/>
                  <a:pt x="4598342" y="6426134"/>
                </a:cubicBezTo>
                <a:lnTo>
                  <a:pt x="4598342" y="6473276"/>
                </a:lnTo>
                <a:cubicBezTo>
                  <a:pt x="4598342" y="6474969"/>
                  <a:pt x="4597936" y="6476307"/>
                  <a:pt x="4597123" y="6477289"/>
                </a:cubicBezTo>
                <a:cubicBezTo>
                  <a:pt x="4596310" y="6478271"/>
                  <a:pt x="4595260" y="6478965"/>
                  <a:pt x="4593974" y="6479372"/>
                </a:cubicBezTo>
                <a:lnTo>
                  <a:pt x="4582900" y="6482115"/>
                </a:lnTo>
                <a:lnTo>
                  <a:pt x="4582900" y="6487195"/>
                </a:lnTo>
                <a:lnTo>
                  <a:pt x="4630448" y="6487195"/>
                </a:lnTo>
                <a:lnTo>
                  <a:pt x="4630448" y="6482115"/>
                </a:lnTo>
                <a:lnTo>
                  <a:pt x="4620390" y="6479372"/>
                </a:lnTo>
                <a:cubicBezTo>
                  <a:pt x="4619238" y="6479033"/>
                  <a:pt x="4618206" y="6478356"/>
                  <a:pt x="4617291" y="6477340"/>
                </a:cubicBezTo>
                <a:cubicBezTo>
                  <a:pt x="4616376" y="6476324"/>
                  <a:pt x="4615919" y="6474969"/>
                  <a:pt x="4615919" y="6473276"/>
                </a:cubicBezTo>
                <a:lnTo>
                  <a:pt x="4615919" y="6419327"/>
                </a:lnTo>
                <a:cubicBezTo>
                  <a:pt x="4615919" y="6410995"/>
                  <a:pt x="4614497" y="6404222"/>
                  <a:pt x="4611652" y="6399006"/>
                </a:cubicBezTo>
                <a:cubicBezTo>
                  <a:pt x="4608808" y="6393791"/>
                  <a:pt x="4604946" y="6389981"/>
                  <a:pt x="4600070" y="6387576"/>
                </a:cubicBezTo>
                <a:cubicBezTo>
                  <a:pt x="4595192" y="6385172"/>
                  <a:pt x="4589774" y="6383969"/>
                  <a:pt x="4583814" y="6383969"/>
                </a:cubicBezTo>
                <a:close/>
                <a:moveTo>
                  <a:pt x="4470885" y="6383969"/>
                </a:moveTo>
                <a:cubicBezTo>
                  <a:pt x="4461199" y="6383969"/>
                  <a:pt x="4452851" y="6386459"/>
                  <a:pt x="4445841" y="6391437"/>
                </a:cubicBezTo>
                <a:cubicBezTo>
                  <a:pt x="4438830" y="6396416"/>
                  <a:pt x="4433446" y="6402952"/>
                  <a:pt x="4429686" y="6411046"/>
                </a:cubicBezTo>
                <a:cubicBezTo>
                  <a:pt x="4425927" y="6419140"/>
                  <a:pt x="4424048" y="6427928"/>
                  <a:pt x="4424048" y="6437411"/>
                </a:cubicBezTo>
                <a:cubicBezTo>
                  <a:pt x="4424048" y="6448655"/>
                  <a:pt x="4425995" y="6458171"/>
                  <a:pt x="4429890" y="6465961"/>
                </a:cubicBezTo>
                <a:cubicBezTo>
                  <a:pt x="4433784" y="6473750"/>
                  <a:pt x="4439186" y="6479660"/>
                  <a:pt x="4446095" y="6483690"/>
                </a:cubicBezTo>
                <a:cubicBezTo>
                  <a:pt x="4453004" y="6487720"/>
                  <a:pt x="4460962" y="6489735"/>
                  <a:pt x="4469971" y="6489735"/>
                </a:cubicBezTo>
                <a:cubicBezTo>
                  <a:pt x="4478234" y="6489735"/>
                  <a:pt x="4485854" y="6487957"/>
                  <a:pt x="4492831" y="6484401"/>
                </a:cubicBezTo>
                <a:cubicBezTo>
                  <a:pt x="4499807" y="6480846"/>
                  <a:pt x="4505395" y="6477069"/>
                  <a:pt x="4509595" y="6473073"/>
                </a:cubicBezTo>
                <a:lnTo>
                  <a:pt x="4509595" y="6465046"/>
                </a:lnTo>
                <a:lnTo>
                  <a:pt x="4508172" y="6465046"/>
                </a:lnTo>
                <a:cubicBezTo>
                  <a:pt x="4506344" y="6466605"/>
                  <a:pt x="4503922" y="6468349"/>
                  <a:pt x="4500908" y="6470279"/>
                </a:cubicBezTo>
                <a:cubicBezTo>
                  <a:pt x="4497894" y="6472209"/>
                  <a:pt x="4494372" y="6473869"/>
                  <a:pt x="4490342" y="6475257"/>
                </a:cubicBezTo>
                <a:cubicBezTo>
                  <a:pt x="4486311" y="6476646"/>
                  <a:pt x="4481756" y="6477340"/>
                  <a:pt x="4476676" y="6477340"/>
                </a:cubicBezTo>
                <a:cubicBezTo>
                  <a:pt x="4467938" y="6477340"/>
                  <a:pt x="4461080" y="6475173"/>
                  <a:pt x="4456102" y="6470837"/>
                </a:cubicBezTo>
                <a:cubicBezTo>
                  <a:pt x="4451124" y="6466503"/>
                  <a:pt x="4447618" y="6460915"/>
                  <a:pt x="4445587" y="6454074"/>
                </a:cubicBezTo>
                <a:cubicBezTo>
                  <a:pt x="4443554" y="6447232"/>
                  <a:pt x="4442539" y="6440019"/>
                  <a:pt x="4442539" y="6432433"/>
                </a:cubicBezTo>
                <a:lnTo>
                  <a:pt x="4442625" y="6431518"/>
                </a:lnTo>
                <a:lnTo>
                  <a:pt x="4509087" y="6431518"/>
                </a:lnTo>
                <a:cubicBezTo>
                  <a:pt x="4509290" y="6430774"/>
                  <a:pt x="4509442" y="6429927"/>
                  <a:pt x="4509544" y="6428978"/>
                </a:cubicBezTo>
                <a:cubicBezTo>
                  <a:pt x="4509646" y="6428030"/>
                  <a:pt x="4509713" y="6427065"/>
                  <a:pt x="4509747" y="6426083"/>
                </a:cubicBezTo>
                <a:cubicBezTo>
                  <a:pt x="4509781" y="6425101"/>
                  <a:pt x="4509798" y="6424203"/>
                  <a:pt x="4509798" y="6423390"/>
                </a:cubicBezTo>
                <a:cubicBezTo>
                  <a:pt x="4509798" y="6416752"/>
                  <a:pt x="4508291" y="6410436"/>
                  <a:pt x="4505277" y="6404442"/>
                </a:cubicBezTo>
                <a:cubicBezTo>
                  <a:pt x="4502263" y="6398448"/>
                  <a:pt x="4497860" y="6393537"/>
                  <a:pt x="4492069" y="6389710"/>
                </a:cubicBezTo>
                <a:cubicBezTo>
                  <a:pt x="4486278" y="6385883"/>
                  <a:pt x="4479216" y="6383969"/>
                  <a:pt x="4470885" y="6383969"/>
                </a:cubicBezTo>
                <a:close/>
                <a:moveTo>
                  <a:pt x="3958364" y="6383969"/>
                </a:moveTo>
                <a:cubicBezTo>
                  <a:pt x="3948272" y="6383969"/>
                  <a:pt x="3939602" y="6386340"/>
                  <a:pt x="3932354" y="6391082"/>
                </a:cubicBezTo>
                <a:cubicBezTo>
                  <a:pt x="3925107" y="6395823"/>
                  <a:pt x="3919536" y="6402207"/>
                  <a:pt x="3915641" y="6410233"/>
                </a:cubicBezTo>
                <a:cubicBezTo>
                  <a:pt x="3911746" y="6418260"/>
                  <a:pt x="3909799" y="6427251"/>
                  <a:pt x="3909799" y="6437208"/>
                </a:cubicBezTo>
                <a:cubicBezTo>
                  <a:pt x="3909799" y="6447842"/>
                  <a:pt x="3911746" y="6457121"/>
                  <a:pt x="3915641" y="6465046"/>
                </a:cubicBezTo>
                <a:cubicBezTo>
                  <a:pt x="3919536" y="6472971"/>
                  <a:pt x="3925039" y="6479101"/>
                  <a:pt x="3932151" y="6483436"/>
                </a:cubicBezTo>
                <a:cubicBezTo>
                  <a:pt x="3939263" y="6487771"/>
                  <a:pt x="3947662" y="6489939"/>
                  <a:pt x="3957348" y="6489939"/>
                </a:cubicBezTo>
                <a:cubicBezTo>
                  <a:pt x="3967508" y="6489939"/>
                  <a:pt x="3976212" y="6487551"/>
                  <a:pt x="3983459" y="6482776"/>
                </a:cubicBezTo>
                <a:cubicBezTo>
                  <a:pt x="3990707" y="6478000"/>
                  <a:pt x="3996261" y="6471583"/>
                  <a:pt x="4000122" y="6463522"/>
                </a:cubicBezTo>
                <a:cubicBezTo>
                  <a:pt x="4003982" y="6455462"/>
                  <a:pt x="4005913" y="6446555"/>
                  <a:pt x="4005913" y="6436802"/>
                </a:cubicBezTo>
                <a:cubicBezTo>
                  <a:pt x="4005913" y="6427590"/>
                  <a:pt x="4004202" y="6418971"/>
                  <a:pt x="4000782" y="6410945"/>
                </a:cubicBezTo>
                <a:cubicBezTo>
                  <a:pt x="3997362" y="6402918"/>
                  <a:pt x="3992146" y="6396416"/>
                  <a:pt x="3985136" y="6391437"/>
                </a:cubicBezTo>
                <a:cubicBezTo>
                  <a:pt x="3978125" y="6386459"/>
                  <a:pt x="3969201" y="6383969"/>
                  <a:pt x="3958364" y="6383969"/>
                </a:cubicBezTo>
                <a:close/>
                <a:moveTo>
                  <a:pt x="3536064" y="6383969"/>
                </a:moveTo>
                <a:cubicBezTo>
                  <a:pt x="3532271" y="6383969"/>
                  <a:pt x="3528545" y="6384410"/>
                  <a:pt x="3524888" y="6385290"/>
                </a:cubicBezTo>
                <a:cubicBezTo>
                  <a:pt x="3521230" y="6386171"/>
                  <a:pt x="3517640" y="6387865"/>
                  <a:pt x="3514118" y="6390370"/>
                </a:cubicBezTo>
                <a:cubicBezTo>
                  <a:pt x="3510596" y="6392876"/>
                  <a:pt x="3507040" y="6396568"/>
                  <a:pt x="3503450" y="6401445"/>
                </a:cubicBezTo>
                <a:lnTo>
                  <a:pt x="3503247" y="6401445"/>
                </a:lnTo>
                <a:lnTo>
                  <a:pt x="3503247" y="6384782"/>
                </a:lnTo>
                <a:lnTo>
                  <a:pt x="3470633" y="6391590"/>
                </a:lnTo>
                <a:lnTo>
                  <a:pt x="3470633" y="6395146"/>
                </a:lnTo>
                <a:lnTo>
                  <a:pt x="3480387" y="6398702"/>
                </a:lnTo>
                <a:cubicBezTo>
                  <a:pt x="3482486" y="6399514"/>
                  <a:pt x="3484010" y="6400479"/>
                  <a:pt x="3484959" y="6401597"/>
                </a:cubicBezTo>
                <a:cubicBezTo>
                  <a:pt x="3485907" y="6402715"/>
                  <a:pt x="3486381" y="6404154"/>
                  <a:pt x="3486381" y="6405915"/>
                </a:cubicBezTo>
                <a:lnTo>
                  <a:pt x="3486381" y="6473683"/>
                </a:lnTo>
                <a:cubicBezTo>
                  <a:pt x="3486381" y="6475173"/>
                  <a:pt x="3485958" y="6476409"/>
                  <a:pt x="3485111" y="6477391"/>
                </a:cubicBezTo>
                <a:cubicBezTo>
                  <a:pt x="3484264" y="6478373"/>
                  <a:pt x="3483198" y="6479033"/>
                  <a:pt x="3481911" y="6479372"/>
                </a:cubicBezTo>
                <a:lnTo>
                  <a:pt x="3470532" y="6482115"/>
                </a:lnTo>
                <a:lnTo>
                  <a:pt x="3470532" y="6487195"/>
                </a:lnTo>
                <a:lnTo>
                  <a:pt x="3518182" y="6487195"/>
                </a:lnTo>
                <a:lnTo>
                  <a:pt x="3518182" y="6482115"/>
                </a:lnTo>
                <a:lnTo>
                  <a:pt x="3508428" y="6479372"/>
                </a:lnTo>
                <a:cubicBezTo>
                  <a:pt x="3507142" y="6479033"/>
                  <a:pt x="3506074" y="6478390"/>
                  <a:pt x="3505228" y="6477442"/>
                </a:cubicBezTo>
                <a:cubicBezTo>
                  <a:pt x="3504382" y="6476493"/>
                  <a:pt x="3503958" y="6475240"/>
                  <a:pt x="3503958" y="6473683"/>
                </a:cubicBezTo>
                <a:lnTo>
                  <a:pt x="3503958" y="6406728"/>
                </a:lnTo>
                <a:cubicBezTo>
                  <a:pt x="3507006" y="6402867"/>
                  <a:pt x="3510816" y="6400124"/>
                  <a:pt x="3515388" y="6398498"/>
                </a:cubicBezTo>
                <a:cubicBezTo>
                  <a:pt x="3519960" y="6396873"/>
                  <a:pt x="3524312" y="6396060"/>
                  <a:pt x="3528444" y="6396060"/>
                </a:cubicBezTo>
                <a:cubicBezTo>
                  <a:pt x="3534743" y="6396060"/>
                  <a:pt x="3539467" y="6397296"/>
                  <a:pt x="3542617" y="6399768"/>
                </a:cubicBezTo>
                <a:cubicBezTo>
                  <a:pt x="3545766" y="6402240"/>
                  <a:pt x="3547883" y="6405712"/>
                  <a:pt x="3548967" y="6410182"/>
                </a:cubicBezTo>
                <a:cubicBezTo>
                  <a:pt x="3550050" y="6414653"/>
                  <a:pt x="3550592" y="6419970"/>
                  <a:pt x="3550592" y="6426134"/>
                </a:cubicBezTo>
                <a:lnTo>
                  <a:pt x="3550592" y="6473276"/>
                </a:lnTo>
                <a:cubicBezTo>
                  <a:pt x="3550592" y="6474969"/>
                  <a:pt x="3550186" y="6476307"/>
                  <a:pt x="3549373" y="6477289"/>
                </a:cubicBezTo>
                <a:cubicBezTo>
                  <a:pt x="3548560" y="6478271"/>
                  <a:pt x="3547510" y="6478965"/>
                  <a:pt x="3546224" y="6479372"/>
                </a:cubicBezTo>
                <a:lnTo>
                  <a:pt x="3535149" y="6482115"/>
                </a:lnTo>
                <a:lnTo>
                  <a:pt x="3535149" y="6487195"/>
                </a:lnTo>
                <a:lnTo>
                  <a:pt x="3582698" y="6487195"/>
                </a:lnTo>
                <a:lnTo>
                  <a:pt x="3582698" y="6482115"/>
                </a:lnTo>
                <a:lnTo>
                  <a:pt x="3572640" y="6479372"/>
                </a:lnTo>
                <a:cubicBezTo>
                  <a:pt x="3571488" y="6479033"/>
                  <a:pt x="3570455" y="6478356"/>
                  <a:pt x="3569541" y="6477340"/>
                </a:cubicBezTo>
                <a:cubicBezTo>
                  <a:pt x="3568626" y="6476324"/>
                  <a:pt x="3568169" y="6474969"/>
                  <a:pt x="3568169" y="6473276"/>
                </a:cubicBezTo>
                <a:lnTo>
                  <a:pt x="3568169" y="6419327"/>
                </a:lnTo>
                <a:cubicBezTo>
                  <a:pt x="3568169" y="6410995"/>
                  <a:pt x="3566747" y="6404222"/>
                  <a:pt x="3563902" y="6399006"/>
                </a:cubicBezTo>
                <a:cubicBezTo>
                  <a:pt x="3561057" y="6393791"/>
                  <a:pt x="3557196" y="6389981"/>
                  <a:pt x="3552320" y="6387576"/>
                </a:cubicBezTo>
                <a:cubicBezTo>
                  <a:pt x="3547443" y="6385172"/>
                  <a:pt x="3542024" y="6383969"/>
                  <a:pt x="3536064" y="6383969"/>
                </a:cubicBezTo>
                <a:close/>
                <a:moveTo>
                  <a:pt x="3408632" y="6383969"/>
                </a:moveTo>
                <a:cubicBezTo>
                  <a:pt x="3403755" y="6383969"/>
                  <a:pt x="3399217" y="6384427"/>
                  <a:pt x="3395018" y="6385341"/>
                </a:cubicBezTo>
                <a:cubicBezTo>
                  <a:pt x="3390818" y="6386255"/>
                  <a:pt x="3386974" y="6387407"/>
                  <a:pt x="3383486" y="6388796"/>
                </a:cubicBezTo>
                <a:cubicBezTo>
                  <a:pt x="3379998" y="6390184"/>
                  <a:pt x="3376831" y="6391624"/>
                  <a:pt x="3373986" y="6393114"/>
                </a:cubicBezTo>
                <a:lnTo>
                  <a:pt x="3376729" y="6409878"/>
                </a:lnTo>
                <a:lnTo>
                  <a:pt x="3379270" y="6409878"/>
                </a:lnTo>
                <a:cubicBezTo>
                  <a:pt x="3381030" y="6408523"/>
                  <a:pt x="3383113" y="6406982"/>
                  <a:pt x="3385518" y="6405255"/>
                </a:cubicBezTo>
                <a:cubicBezTo>
                  <a:pt x="3387922" y="6403528"/>
                  <a:pt x="3390547" y="6401800"/>
                  <a:pt x="3393392" y="6400073"/>
                </a:cubicBezTo>
                <a:cubicBezTo>
                  <a:pt x="3396236" y="6398346"/>
                  <a:pt x="3399268" y="6396941"/>
                  <a:pt x="3402485" y="6395857"/>
                </a:cubicBezTo>
                <a:cubicBezTo>
                  <a:pt x="3405702" y="6394773"/>
                  <a:pt x="3408970" y="6394231"/>
                  <a:pt x="3412289" y="6394231"/>
                </a:cubicBezTo>
                <a:cubicBezTo>
                  <a:pt x="3417573" y="6394231"/>
                  <a:pt x="3421518" y="6395416"/>
                  <a:pt x="3424126" y="6397787"/>
                </a:cubicBezTo>
                <a:cubicBezTo>
                  <a:pt x="3426734" y="6400158"/>
                  <a:pt x="3428004" y="6404730"/>
                  <a:pt x="3427936" y="6411503"/>
                </a:cubicBezTo>
                <a:lnTo>
                  <a:pt x="3427834" y="6429182"/>
                </a:lnTo>
                <a:cubicBezTo>
                  <a:pt x="3426954" y="6429182"/>
                  <a:pt x="3425616" y="6429097"/>
                  <a:pt x="3423821" y="6428928"/>
                </a:cubicBezTo>
                <a:cubicBezTo>
                  <a:pt x="3422026" y="6428759"/>
                  <a:pt x="3420231" y="6428606"/>
                  <a:pt x="3418436" y="6428470"/>
                </a:cubicBezTo>
                <a:cubicBezTo>
                  <a:pt x="3416642" y="6428335"/>
                  <a:pt x="3415338" y="6428267"/>
                  <a:pt x="3414525" y="6428267"/>
                </a:cubicBezTo>
                <a:cubicBezTo>
                  <a:pt x="3409986" y="6428267"/>
                  <a:pt x="3405025" y="6428860"/>
                  <a:pt x="3399640" y="6430045"/>
                </a:cubicBezTo>
                <a:cubicBezTo>
                  <a:pt x="3394256" y="6431231"/>
                  <a:pt x="3389108" y="6433144"/>
                  <a:pt x="3384197" y="6435785"/>
                </a:cubicBezTo>
                <a:cubicBezTo>
                  <a:pt x="3379286" y="6438427"/>
                  <a:pt x="3375256" y="6441915"/>
                  <a:pt x="3372106" y="6446251"/>
                </a:cubicBezTo>
                <a:cubicBezTo>
                  <a:pt x="3368957" y="6450585"/>
                  <a:pt x="3367382" y="6455937"/>
                  <a:pt x="3367382" y="6462303"/>
                </a:cubicBezTo>
                <a:cubicBezTo>
                  <a:pt x="3367382" y="6467045"/>
                  <a:pt x="3368483" y="6471481"/>
                  <a:pt x="3370684" y="6475613"/>
                </a:cubicBezTo>
                <a:cubicBezTo>
                  <a:pt x="3372886" y="6479744"/>
                  <a:pt x="3376001" y="6483047"/>
                  <a:pt x="3380032" y="6485519"/>
                </a:cubicBezTo>
                <a:cubicBezTo>
                  <a:pt x="3384062" y="6487991"/>
                  <a:pt x="3388752" y="6489227"/>
                  <a:pt x="3394103" y="6489227"/>
                </a:cubicBezTo>
                <a:cubicBezTo>
                  <a:pt x="3397354" y="6489227"/>
                  <a:pt x="3400944" y="6488838"/>
                  <a:pt x="3404873" y="6488059"/>
                </a:cubicBezTo>
                <a:cubicBezTo>
                  <a:pt x="3408801" y="6487280"/>
                  <a:pt x="3412780" y="6485671"/>
                  <a:pt x="3416810" y="6483233"/>
                </a:cubicBezTo>
                <a:cubicBezTo>
                  <a:pt x="3420841" y="6480794"/>
                  <a:pt x="3424448" y="6477171"/>
                  <a:pt x="3427631" y="6472362"/>
                </a:cubicBezTo>
                <a:lnTo>
                  <a:pt x="3427936" y="6472362"/>
                </a:lnTo>
                <a:cubicBezTo>
                  <a:pt x="3427936" y="6478729"/>
                  <a:pt x="3429290" y="6483131"/>
                  <a:pt x="3432000" y="6485570"/>
                </a:cubicBezTo>
                <a:cubicBezTo>
                  <a:pt x="3434709" y="6488008"/>
                  <a:pt x="3438739" y="6489227"/>
                  <a:pt x="3444090" y="6489227"/>
                </a:cubicBezTo>
                <a:cubicBezTo>
                  <a:pt x="3446461" y="6489227"/>
                  <a:pt x="3448950" y="6488736"/>
                  <a:pt x="3451558" y="6487754"/>
                </a:cubicBezTo>
                <a:cubicBezTo>
                  <a:pt x="3454166" y="6486772"/>
                  <a:pt x="3456604" y="6485587"/>
                  <a:pt x="3458873" y="6484198"/>
                </a:cubicBezTo>
                <a:cubicBezTo>
                  <a:pt x="3461142" y="6482809"/>
                  <a:pt x="3462886" y="6481641"/>
                  <a:pt x="3464105" y="6480693"/>
                </a:cubicBezTo>
                <a:lnTo>
                  <a:pt x="3464105" y="6475206"/>
                </a:lnTo>
                <a:lnTo>
                  <a:pt x="3462988" y="6475206"/>
                </a:lnTo>
                <a:cubicBezTo>
                  <a:pt x="3461633" y="6475681"/>
                  <a:pt x="3459923" y="6476155"/>
                  <a:pt x="3457857" y="6476629"/>
                </a:cubicBezTo>
                <a:cubicBezTo>
                  <a:pt x="3455791" y="6477103"/>
                  <a:pt x="3454386" y="6477340"/>
                  <a:pt x="3453640" y="6477340"/>
                </a:cubicBezTo>
                <a:cubicBezTo>
                  <a:pt x="3450864" y="6477340"/>
                  <a:pt x="3448730" y="6476714"/>
                  <a:pt x="3447240" y="6475460"/>
                </a:cubicBezTo>
                <a:cubicBezTo>
                  <a:pt x="3445750" y="6474208"/>
                  <a:pt x="3445004" y="6472565"/>
                  <a:pt x="3445004" y="6470533"/>
                </a:cubicBezTo>
                <a:lnTo>
                  <a:pt x="3445512" y="6416685"/>
                </a:lnTo>
                <a:cubicBezTo>
                  <a:pt x="3445648" y="6408489"/>
                  <a:pt x="3443819" y="6402004"/>
                  <a:pt x="3440026" y="6397229"/>
                </a:cubicBezTo>
                <a:cubicBezTo>
                  <a:pt x="3436233" y="6392453"/>
                  <a:pt x="3431492" y="6389049"/>
                  <a:pt x="3425802" y="6387018"/>
                </a:cubicBezTo>
                <a:cubicBezTo>
                  <a:pt x="3420113" y="6384986"/>
                  <a:pt x="3414389" y="6383969"/>
                  <a:pt x="3408632" y="6383969"/>
                </a:cubicBezTo>
                <a:close/>
                <a:moveTo>
                  <a:pt x="3250314" y="6383969"/>
                </a:moveTo>
                <a:cubicBezTo>
                  <a:pt x="3246521" y="6383969"/>
                  <a:pt x="3242795" y="6384410"/>
                  <a:pt x="3239138" y="6385290"/>
                </a:cubicBezTo>
                <a:cubicBezTo>
                  <a:pt x="3235480" y="6386171"/>
                  <a:pt x="3231890" y="6387865"/>
                  <a:pt x="3228368" y="6390370"/>
                </a:cubicBezTo>
                <a:cubicBezTo>
                  <a:pt x="3224846" y="6392876"/>
                  <a:pt x="3221290" y="6396568"/>
                  <a:pt x="3217700" y="6401445"/>
                </a:cubicBezTo>
                <a:lnTo>
                  <a:pt x="3217497" y="6401445"/>
                </a:lnTo>
                <a:lnTo>
                  <a:pt x="3217497" y="6384782"/>
                </a:lnTo>
                <a:lnTo>
                  <a:pt x="3184883" y="6391590"/>
                </a:lnTo>
                <a:lnTo>
                  <a:pt x="3184883" y="6395146"/>
                </a:lnTo>
                <a:lnTo>
                  <a:pt x="3194637" y="6398702"/>
                </a:lnTo>
                <a:cubicBezTo>
                  <a:pt x="3196736" y="6399514"/>
                  <a:pt x="3198260" y="6400479"/>
                  <a:pt x="3199209" y="6401597"/>
                </a:cubicBezTo>
                <a:cubicBezTo>
                  <a:pt x="3200157" y="6402715"/>
                  <a:pt x="3200631" y="6404154"/>
                  <a:pt x="3200631" y="6405915"/>
                </a:cubicBezTo>
                <a:lnTo>
                  <a:pt x="3200631" y="6473683"/>
                </a:lnTo>
                <a:cubicBezTo>
                  <a:pt x="3200631" y="6475173"/>
                  <a:pt x="3200208" y="6476409"/>
                  <a:pt x="3199361" y="6477391"/>
                </a:cubicBezTo>
                <a:cubicBezTo>
                  <a:pt x="3198514" y="6478373"/>
                  <a:pt x="3197448" y="6479033"/>
                  <a:pt x="3196161" y="6479372"/>
                </a:cubicBezTo>
                <a:lnTo>
                  <a:pt x="3184782" y="6482115"/>
                </a:lnTo>
                <a:lnTo>
                  <a:pt x="3184782" y="6487195"/>
                </a:lnTo>
                <a:lnTo>
                  <a:pt x="3232432" y="6487195"/>
                </a:lnTo>
                <a:lnTo>
                  <a:pt x="3232432" y="6482115"/>
                </a:lnTo>
                <a:lnTo>
                  <a:pt x="3222678" y="6479372"/>
                </a:lnTo>
                <a:cubicBezTo>
                  <a:pt x="3221392" y="6479033"/>
                  <a:pt x="3220324" y="6478390"/>
                  <a:pt x="3219478" y="6477442"/>
                </a:cubicBezTo>
                <a:cubicBezTo>
                  <a:pt x="3218632" y="6476493"/>
                  <a:pt x="3218208" y="6475240"/>
                  <a:pt x="3218208" y="6473683"/>
                </a:cubicBezTo>
                <a:lnTo>
                  <a:pt x="3218208" y="6406728"/>
                </a:lnTo>
                <a:cubicBezTo>
                  <a:pt x="3221256" y="6402867"/>
                  <a:pt x="3225066" y="6400124"/>
                  <a:pt x="3229638" y="6398498"/>
                </a:cubicBezTo>
                <a:cubicBezTo>
                  <a:pt x="3234210" y="6396873"/>
                  <a:pt x="3238562" y="6396060"/>
                  <a:pt x="3242694" y="6396060"/>
                </a:cubicBezTo>
                <a:cubicBezTo>
                  <a:pt x="3248993" y="6396060"/>
                  <a:pt x="3253717" y="6397296"/>
                  <a:pt x="3256867" y="6399768"/>
                </a:cubicBezTo>
                <a:cubicBezTo>
                  <a:pt x="3260016" y="6402240"/>
                  <a:pt x="3262133" y="6405712"/>
                  <a:pt x="3263217" y="6410182"/>
                </a:cubicBezTo>
                <a:cubicBezTo>
                  <a:pt x="3264300" y="6414653"/>
                  <a:pt x="3264842" y="6419970"/>
                  <a:pt x="3264842" y="6426134"/>
                </a:cubicBezTo>
                <a:lnTo>
                  <a:pt x="3264842" y="6473276"/>
                </a:lnTo>
                <a:cubicBezTo>
                  <a:pt x="3264842" y="6474969"/>
                  <a:pt x="3264436" y="6476307"/>
                  <a:pt x="3263623" y="6477289"/>
                </a:cubicBezTo>
                <a:cubicBezTo>
                  <a:pt x="3262810" y="6478271"/>
                  <a:pt x="3261760" y="6478965"/>
                  <a:pt x="3260474" y="6479372"/>
                </a:cubicBezTo>
                <a:lnTo>
                  <a:pt x="3249399" y="6482115"/>
                </a:lnTo>
                <a:lnTo>
                  <a:pt x="3249399" y="6487195"/>
                </a:lnTo>
                <a:lnTo>
                  <a:pt x="3296948" y="6487195"/>
                </a:lnTo>
                <a:lnTo>
                  <a:pt x="3296948" y="6482115"/>
                </a:lnTo>
                <a:lnTo>
                  <a:pt x="3286890" y="6479372"/>
                </a:lnTo>
                <a:cubicBezTo>
                  <a:pt x="3285738" y="6479033"/>
                  <a:pt x="3284705" y="6478356"/>
                  <a:pt x="3283791" y="6477340"/>
                </a:cubicBezTo>
                <a:cubicBezTo>
                  <a:pt x="3282876" y="6476324"/>
                  <a:pt x="3282419" y="6474969"/>
                  <a:pt x="3282419" y="6473276"/>
                </a:cubicBezTo>
                <a:lnTo>
                  <a:pt x="3282419" y="6419327"/>
                </a:lnTo>
                <a:cubicBezTo>
                  <a:pt x="3282419" y="6410995"/>
                  <a:pt x="3280997" y="6404222"/>
                  <a:pt x="3278152" y="6399006"/>
                </a:cubicBezTo>
                <a:cubicBezTo>
                  <a:pt x="3275307" y="6393791"/>
                  <a:pt x="3271446" y="6389981"/>
                  <a:pt x="3266570" y="6387576"/>
                </a:cubicBezTo>
                <a:cubicBezTo>
                  <a:pt x="3261693" y="6385172"/>
                  <a:pt x="3256274" y="6383969"/>
                  <a:pt x="3250314" y="6383969"/>
                </a:cubicBezTo>
                <a:close/>
                <a:moveTo>
                  <a:pt x="3122882" y="6383969"/>
                </a:moveTo>
                <a:cubicBezTo>
                  <a:pt x="3118005" y="6383969"/>
                  <a:pt x="3113467" y="6384427"/>
                  <a:pt x="3109268" y="6385341"/>
                </a:cubicBezTo>
                <a:cubicBezTo>
                  <a:pt x="3105068" y="6386255"/>
                  <a:pt x="3101224" y="6387407"/>
                  <a:pt x="3097736" y="6388796"/>
                </a:cubicBezTo>
                <a:cubicBezTo>
                  <a:pt x="3094248" y="6390184"/>
                  <a:pt x="3091081" y="6391624"/>
                  <a:pt x="3088236" y="6393114"/>
                </a:cubicBezTo>
                <a:lnTo>
                  <a:pt x="3090979" y="6409878"/>
                </a:lnTo>
                <a:lnTo>
                  <a:pt x="3093520" y="6409878"/>
                </a:lnTo>
                <a:cubicBezTo>
                  <a:pt x="3095280" y="6408523"/>
                  <a:pt x="3097363" y="6406982"/>
                  <a:pt x="3099768" y="6405255"/>
                </a:cubicBezTo>
                <a:cubicBezTo>
                  <a:pt x="3102172" y="6403528"/>
                  <a:pt x="3104797" y="6401800"/>
                  <a:pt x="3107642" y="6400073"/>
                </a:cubicBezTo>
                <a:cubicBezTo>
                  <a:pt x="3110486" y="6398346"/>
                  <a:pt x="3113518" y="6396941"/>
                  <a:pt x="3116735" y="6395857"/>
                </a:cubicBezTo>
                <a:cubicBezTo>
                  <a:pt x="3119952" y="6394773"/>
                  <a:pt x="3123220" y="6394231"/>
                  <a:pt x="3126539" y="6394231"/>
                </a:cubicBezTo>
                <a:cubicBezTo>
                  <a:pt x="3131823" y="6394231"/>
                  <a:pt x="3135768" y="6395416"/>
                  <a:pt x="3138376" y="6397787"/>
                </a:cubicBezTo>
                <a:cubicBezTo>
                  <a:pt x="3140984" y="6400158"/>
                  <a:pt x="3142254" y="6404730"/>
                  <a:pt x="3142186" y="6411503"/>
                </a:cubicBezTo>
                <a:lnTo>
                  <a:pt x="3142084" y="6429182"/>
                </a:lnTo>
                <a:cubicBezTo>
                  <a:pt x="3141204" y="6429182"/>
                  <a:pt x="3139866" y="6429097"/>
                  <a:pt x="3138071" y="6428928"/>
                </a:cubicBezTo>
                <a:cubicBezTo>
                  <a:pt x="3136276" y="6428759"/>
                  <a:pt x="3134481" y="6428606"/>
                  <a:pt x="3132686" y="6428470"/>
                </a:cubicBezTo>
                <a:cubicBezTo>
                  <a:pt x="3130892" y="6428335"/>
                  <a:pt x="3129588" y="6428267"/>
                  <a:pt x="3128775" y="6428267"/>
                </a:cubicBezTo>
                <a:cubicBezTo>
                  <a:pt x="3124236" y="6428267"/>
                  <a:pt x="3119275" y="6428860"/>
                  <a:pt x="3113890" y="6430045"/>
                </a:cubicBezTo>
                <a:cubicBezTo>
                  <a:pt x="3108505" y="6431231"/>
                  <a:pt x="3103358" y="6433144"/>
                  <a:pt x="3098447" y="6435785"/>
                </a:cubicBezTo>
                <a:cubicBezTo>
                  <a:pt x="3093536" y="6438427"/>
                  <a:pt x="3089506" y="6441915"/>
                  <a:pt x="3086356" y="6446251"/>
                </a:cubicBezTo>
                <a:cubicBezTo>
                  <a:pt x="3083207" y="6450585"/>
                  <a:pt x="3081632" y="6455937"/>
                  <a:pt x="3081632" y="6462303"/>
                </a:cubicBezTo>
                <a:cubicBezTo>
                  <a:pt x="3081632" y="6467045"/>
                  <a:pt x="3082733" y="6471481"/>
                  <a:pt x="3084934" y="6475613"/>
                </a:cubicBezTo>
                <a:cubicBezTo>
                  <a:pt x="3087136" y="6479744"/>
                  <a:pt x="3090251" y="6483047"/>
                  <a:pt x="3094282" y="6485519"/>
                </a:cubicBezTo>
                <a:cubicBezTo>
                  <a:pt x="3098312" y="6487991"/>
                  <a:pt x="3103002" y="6489227"/>
                  <a:pt x="3108353" y="6489227"/>
                </a:cubicBezTo>
                <a:cubicBezTo>
                  <a:pt x="3111604" y="6489227"/>
                  <a:pt x="3115194" y="6488838"/>
                  <a:pt x="3119123" y="6488059"/>
                </a:cubicBezTo>
                <a:cubicBezTo>
                  <a:pt x="3123051" y="6487280"/>
                  <a:pt x="3127030" y="6485671"/>
                  <a:pt x="3131060" y="6483233"/>
                </a:cubicBezTo>
                <a:cubicBezTo>
                  <a:pt x="3135091" y="6480794"/>
                  <a:pt x="3138698" y="6477171"/>
                  <a:pt x="3141881" y="6472362"/>
                </a:cubicBezTo>
                <a:lnTo>
                  <a:pt x="3142186" y="6472362"/>
                </a:lnTo>
                <a:cubicBezTo>
                  <a:pt x="3142186" y="6478729"/>
                  <a:pt x="3143540" y="6483131"/>
                  <a:pt x="3146250" y="6485570"/>
                </a:cubicBezTo>
                <a:cubicBezTo>
                  <a:pt x="3148959" y="6488008"/>
                  <a:pt x="3152989" y="6489227"/>
                  <a:pt x="3158340" y="6489227"/>
                </a:cubicBezTo>
                <a:cubicBezTo>
                  <a:pt x="3160711" y="6489227"/>
                  <a:pt x="3163200" y="6488736"/>
                  <a:pt x="3165808" y="6487754"/>
                </a:cubicBezTo>
                <a:cubicBezTo>
                  <a:pt x="3168416" y="6486772"/>
                  <a:pt x="3170854" y="6485587"/>
                  <a:pt x="3173123" y="6484198"/>
                </a:cubicBezTo>
                <a:cubicBezTo>
                  <a:pt x="3175392" y="6482809"/>
                  <a:pt x="3177136" y="6481641"/>
                  <a:pt x="3178355" y="6480693"/>
                </a:cubicBezTo>
                <a:lnTo>
                  <a:pt x="3178355" y="6475206"/>
                </a:lnTo>
                <a:lnTo>
                  <a:pt x="3177238" y="6475206"/>
                </a:lnTo>
                <a:cubicBezTo>
                  <a:pt x="3175883" y="6475681"/>
                  <a:pt x="3174173" y="6476155"/>
                  <a:pt x="3172107" y="6476629"/>
                </a:cubicBezTo>
                <a:cubicBezTo>
                  <a:pt x="3170041" y="6477103"/>
                  <a:pt x="3168636" y="6477340"/>
                  <a:pt x="3167890" y="6477340"/>
                </a:cubicBezTo>
                <a:cubicBezTo>
                  <a:pt x="3165114" y="6477340"/>
                  <a:pt x="3162980" y="6476714"/>
                  <a:pt x="3161490" y="6475460"/>
                </a:cubicBezTo>
                <a:cubicBezTo>
                  <a:pt x="3160000" y="6474208"/>
                  <a:pt x="3159254" y="6472565"/>
                  <a:pt x="3159254" y="6470533"/>
                </a:cubicBezTo>
                <a:lnTo>
                  <a:pt x="3159762" y="6416685"/>
                </a:lnTo>
                <a:cubicBezTo>
                  <a:pt x="3159898" y="6408489"/>
                  <a:pt x="3158070" y="6402004"/>
                  <a:pt x="3154276" y="6397229"/>
                </a:cubicBezTo>
                <a:cubicBezTo>
                  <a:pt x="3150483" y="6392453"/>
                  <a:pt x="3145742" y="6389049"/>
                  <a:pt x="3140052" y="6387018"/>
                </a:cubicBezTo>
                <a:cubicBezTo>
                  <a:pt x="3134363" y="6384986"/>
                  <a:pt x="3128639" y="6383969"/>
                  <a:pt x="3122882" y="6383969"/>
                </a:cubicBezTo>
                <a:close/>
                <a:moveTo>
                  <a:pt x="2837132" y="6383969"/>
                </a:moveTo>
                <a:cubicBezTo>
                  <a:pt x="2832255" y="6383969"/>
                  <a:pt x="2827717" y="6384427"/>
                  <a:pt x="2823518" y="6385341"/>
                </a:cubicBezTo>
                <a:cubicBezTo>
                  <a:pt x="2819318" y="6386255"/>
                  <a:pt x="2815474" y="6387407"/>
                  <a:pt x="2811986" y="6388796"/>
                </a:cubicBezTo>
                <a:cubicBezTo>
                  <a:pt x="2808498" y="6390184"/>
                  <a:pt x="2805331" y="6391624"/>
                  <a:pt x="2802486" y="6393114"/>
                </a:cubicBezTo>
                <a:lnTo>
                  <a:pt x="2805230" y="6409878"/>
                </a:lnTo>
                <a:lnTo>
                  <a:pt x="2807770" y="6409878"/>
                </a:lnTo>
                <a:cubicBezTo>
                  <a:pt x="2809530" y="6408523"/>
                  <a:pt x="2811613" y="6406982"/>
                  <a:pt x="2814018" y="6405255"/>
                </a:cubicBezTo>
                <a:cubicBezTo>
                  <a:pt x="2816422" y="6403528"/>
                  <a:pt x="2819047" y="6401800"/>
                  <a:pt x="2821892" y="6400073"/>
                </a:cubicBezTo>
                <a:cubicBezTo>
                  <a:pt x="2824736" y="6398346"/>
                  <a:pt x="2827768" y="6396941"/>
                  <a:pt x="2830985" y="6395857"/>
                </a:cubicBezTo>
                <a:cubicBezTo>
                  <a:pt x="2834202" y="6394773"/>
                  <a:pt x="2837470" y="6394231"/>
                  <a:pt x="2840789" y="6394231"/>
                </a:cubicBezTo>
                <a:cubicBezTo>
                  <a:pt x="2846073" y="6394231"/>
                  <a:pt x="2850018" y="6395416"/>
                  <a:pt x="2852626" y="6397787"/>
                </a:cubicBezTo>
                <a:cubicBezTo>
                  <a:pt x="2855234" y="6400158"/>
                  <a:pt x="2856504" y="6404730"/>
                  <a:pt x="2856436" y="6411503"/>
                </a:cubicBezTo>
                <a:lnTo>
                  <a:pt x="2856334" y="6429182"/>
                </a:lnTo>
                <a:cubicBezTo>
                  <a:pt x="2855454" y="6429182"/>
                  <a:pt x="2854116" y="6429097"/>
                  <a:pt x="2852321" y="6428928"/>
                </a:cubicBezTo>
                <a:cubicBezTo>
                  <a:pt x="2850526" y="6428759"/>
                  <a:pt x="2848731" y="6428606"/>
                  <a:pt x="2846936" y="6428470"/>
                </a:cubicBezTo>
                <a:cubicBezTo>
                  <a:pt x="2845141" y="6428335"/>
                  <a:pt x="2843838" y="6428267"/>
                  <a:pt x="2843025" y="6428267"/>
                </a:cubicBezTo>
                <a:cubicBezTo>
                  <a:pt x="2838486" y="6428267"/>
                  <a:pt x="2833525" y="6428860"/>
                  <a:pt x="2828140" y="6430045"/>
                </a:cubicBezTo>
                <a:cubicBezTo>
                  <a:pt x="2822755" y="6431231"/>
                  <a:pt x="2817608" y="6433144"/>
                  <a:pt x="2812697" y="6435785"/>
                </a:cubicBezTo>
                <a:cubicBezTo>
                  <a:pt x="2807786" y="6438427"/>
                  <a:pt x="2803756" y="6441915"/>
                  <a:pt x="2800606" y="6446251"/>
                </a:cubicBezTo>
                <a:cubicBezTo>
                  <a:pt x="2797457" y="6450585"/>
                  <a:pt x="2795882" y="6455937"/>
                  <a:pt x="2795882" y="6462303"/>
                </a:cubicBezTo>
                <a:cubicBezTo>
                  <a:pt x="2795882" y="6467045"/>
                  <a:pt x="2796983" y="6471481"/>
                  <a:pt x="2799184" y="6475613"/>
                </a:cubicBezTo>
                <a:cubicBezTo>
                  <a:pt x="2801386" y="6479744"/>
                  <a:pt x="2804501" y="6483047"/>
                  <a:pt x="2808532" y="6485519"/>
                </a:cubicBezTo>
                <a:cubicBezTo>
                  <a:pt x="2812562" y="6487991"/>
                  <a:pt x="2817252" y="6489227"/>
                  <a:pt x="2822603" y="6489227"/>
                </a:cubicBezTo>
                <a:cubicBezTo>
                  <a:pt x="2825854" y="6489227"/>
                  <a:pt x="2829444" y="6488838"/>
                  <a:pt x="2833373" y="6488059"/>
                </a:cubicBezTo>
                <a:cubicBezTo>
                  <a:pt x="2837301" y="6487280"/>
                  <a:pt x="2841280" y="6485671"/>
                  <a:pt x="2845310" y="6483233"/>
                </a:cubicBezTo>
                <a:cubicBezTo>
                  <a:pt x="2849341" y="6480794"/>
                  <a:pt x="2852948" y="6477171"/>
                  <a:pt x="2856131" y="6472362"/>
                </a:cubicBezTo>
                <a:lnTo>
                  <a:pt x="2856436" y="6472362"/>
                </a:lnTo>
                <a:cubicBezTo>
                  <a:pt x="2856436" y="6478729"/>
                  <a:pt x="2857790" y="6483131"/>
                  <a:pt x="2860500" y="6485570"/>
                </a:cubicBezTo>
                <a:cubicBezTo>
                  <a:pt x="2863209" y="6488008"/>
                  <a:pt x="2867239" y="6489227"/>
                  <a:pt x="2872590" y="6489227"/>
                </a:cubicBezTo>
                <a:cubicBezTo>
                  <a:pt x="2874961" y="6489227"/>
                  <a:pt x="2877450" y="6488736"/>
                  <a:pt x="2880058" y="6487754"/>
                </a:cubicBezTo>
                <a:cubicBezTo>
                  <a:pt x="2882666" y="6486772"/>
                  <a:pt x="2885104" y="6485587"/>
                  <a:pt x="2887373" y="6484198"/>
                </a:cubicBezTo>
                <a:cubicBezTo>
                  <a:pt x="2889642" y="6482809"/>
                  <a:pt x="2891386" y="6481641"/>
                  <a:pt x="2892605" y="6480693"/>
                </a:cubicBezTo>
                <a:lnTo>
                  <a:pt x="2892605" y="6475206"/>
                </a:lnTo>
                <a:lnTo>
                  <a:pt x="2891488" y="6475206"/>
                </a:lnTo>
                <a:cubicBezTo>
                  <a:pt x="2890133" y="6475681"/>
                  <a:pt x="2888423" y="6476155"/>
                  <a:pt x="2886357" y="6476629"/>
                </a:cubicBezTo>
                <a:cubicBezTo>
                  <a:pt x="2884291" y="6477103"/>
                  <a:pt x="2882886" y="6477340"/>
                  <a:pt x="2882140" y="6477340"/>
                </a:cubicBezTo>
                <a:cubicBezTo>
                  <a:pt x="2879364" y="6477340"/>
                  <a:pt x="2877230" y="6476714"/>
                  <a:pt x="2875740" y="6475460"/>
                </a:cubicBezTo>
                <a:cubicBezTo>
                  <a:pt x="2874250" y="6474208"/>
                  <a:pt x="2873504" y="6472565"/>
                  <a:pt x="2873504" y="6470533"/>
                </a:cubicBezTo>
                <a:lnTo>
                  <a:pt x="2874012" y="6416685"/>
                </a:lnTo>
                <a:cubicBezTo>
                  <a:pt x="2874148" y="6408489"/>
                  <a:pt x="2872319" y="6402004"/>
                  <a:pt x="2868526" y="6397229"/>
                </a:cubicBezTo>
                <a:cubicBezTo>
                  <a:pt x="2864733" y="6392453"/>
                  <a:pt x="2859992" y="6389049"/>
                  <a:pt x="2854302" y="6387018"/>
                </a:cubicBezTo>
                <a:cubicBezTo>
                  <a:pt x="2848613" y="6384986"/>
                  <a:pt x="2842889" y="6383969"/>
                  <a:pt x="2837132" y="6383969"/>
                </a:cubicBezTo>
                <a:close/>
                <a:moveTo>
                  <a:pt x="2667256" y="6383969"/>
                </a:moveTo>
                <a:cubicBezTo>
                  <a:pt x="2662515" y="6383969"/>
                  <a:pt x="2658265" y="6385104"/>
                  <a:pt x="2654506" y="6387373"/>
                </a:cubicBezTo>
                <a:cubicBezTo>
                  <a:pt x="2650746" y="6389642"/>
                  <a:pt x="2647394" y="6392555"/>
                  <a:pt x="2644448" y="6396111"/>
                </a:cubicBezTo>
                <a:cubicBezTo>
                  <a:pt x="2641501" y="6399667"/>
                  <a:pt x="2638775" y="6403409"/>
                  <a:pt x="2636268" y="6407338"/>
                </a:cubicBezTo>
                <a:lnTo>
                  <a:pt x="2636065" y="6407338"/>
                </a:lnTo>
                <a:lnTo>
                  <a:pt x="2636065" y="6384782"/>
                </a:lnTo>
                <a:lnTo>
                  <a:pt x="2603756" y="6391590"/>
                </a:lnTo>
                <a:lnTo>
                  <a:pt x="2603756" y="6395146"/>
                </a:lnTo>
                <a:lnTo>
                  <a:pt x="2613612" y="6398803"/>
                </a:lnTo>
                <a:cubicBezTo>
                  <a:pt x="2615712" y="6399548"/>
                  <a:pt x="2617252" y="6400531"/>
                  <a:pt x="2618234" y="6401750"/>
                </a:cubicBezTo>
                <a:cubicBezTo>
                  <a:pt x="2619217" y="6402969"/>
                  <a:pt x="2619708" y="6404459"/>
                  <a:pt x="2619708" y="6406220"/>
                </a:cubicBezTo>
                <a:lnTo>
                  <a:pt x="2619708" y="6473683"/>
                </a:lnTo>
                <a:cubicBezTo>
                  <a:pt x="2619708" y="6475173"/>
                  <a:pt x="2619284" y="6476409"/>
                  <a:pt x="2618438" y="6477391"/>
                </a:cubicBezTo>
                <a:cubicBezTo>
                  <a:pt x="2617591" y="6478373"/>
                  <a:pt x="2616490" y="6479033"/>
                  <a:pt x="2615136" y="6479372"/>
                </a:cubicBezTo>
                <a:lnTo>
                  <a:pt x="2603655" y="6482115"/>
                </a:lnTo>
                <a:lnTo>
                  <a:pt x="2603655" y="6487195"/>
                </a:lnTo>
                <a:lnTo>
                  <a:pt x="2655370" y="6487195"/>
                </a:lnTo>
                <a:lnTo>
                  <a:pt x="2655370" y="6482115"/>
                </a:lnTo>
                <a:lnTo>
                  <a:pt x="2641755" y="6479372"/>
                </a:lnTo>
                <a:cubicBezTo>
                  <a:pt x="2638775" y="6478763"/>
                  <a:pt x="2637284" y="6476866"/>
                  <a:pt x="2637284" y="6473683"/>
                </a:cubicBezTo>
                <a:lnTo>
                  <a:pt x="2637284" y="6413434"/>
                </a:lnTo>
                <a:cubicBezTo>
                  <a:pt x="2639588" y="6410386"/>
                  <a:pt x="2641941" y="6407795"/>
                  <a:pt x="2644346" y="6405661"/>
                </a:cubicBezTo>
                <a:cubicBezTo>
                  <a:pt x="2646750" y="6403528"/>
                  <a:pt x="2649375" y="6401868"/>
                  <a:pt x="2652220" y="6400683"/>
                </a:cubicBezTo>
                <a:cubicBezTo>
                  <a:pt x="2655065" y="6399498"/>
                  <a:pt x="2658146" y="6398905"/>
                  <a:pt x="2661466" y="6398905"/>
                </a:cubicBezTo>
                <a:cubicBezTo>
                  <a:pt x="2663633" y="6398905"/>
                  <a:pt x="2665970" y="6399260"/>
                  <a:pt x="2668476" y="6399971"/>
                </a:cubicBezTo>
                <a:cubicBezTo>
                  <a:pt x="2670982" y="6400683"/>
                  <a:pt x="2672506" y="6401750"/>
                  <a:pt x="2673048" y="6403172"/>
                </a:cubicBezTo>
                <a:lnTo>
                  <a:pt x="2676299" y="6411605"/>
                </a:lnTo>
                <a:lnTo>
                  <a:pt x="2682700" y="6411605"/>
                </a:lnTo>
                <a:lnTo>
                  <a:pt x="2682700" y="6391903"/>
                </a:lnTo>
                <a:lnTo>
                  <a:pt x="2689786" y="6394333"/>
                </a:lnTo>
                <a:cubicBezTo>
                  <a:pt x="2691548" y="6394875"/>
                  <a:pt x="2692936" y="6395468"/>
                  <a:pt x="2693952" y="6396111"/>
                </a:cubicBezTo>
                <a:cubicBezTo>
                  <a:pt x="2694968" y="6396754"/>
                  <a:pt x="2695781" y="6397787"/>
                  <a:pt x="2696390" y="6399210"/>
                </a:cubicBezTo>
                <a:lnTo>
                  <a:pt x="2727683" y="6473581"/>
                </a:lnTo>
                <a:lnTo>
                  <a:pt x="2734694" y="6487399"/>
                </a:lnTo>
                <a:cubicBezTo>
                  <a:pt x="2732526" y="6493088"/>
                  <a:pt x="2730630" y="6497914"/>
                  <a:pt x="2729004" y="6501876"/>
                </a:cubicBezTo>
                <a:cubicBezTo>
                  <a:pt x="2727378" y="6505839"/>
                  <a:pt x="2725736" y="6509090"/>
                  <a:pt x="2724076" y="6511630"/>
                </a:cubicBezTo>
                <a:cubicBezTo>
                  <a:pt x="2722417" y="6514170"/>
                  <a:pt x="2720402" y="6516219"/>
                  <a:pt x="2718031" y="6517777"/>
                </a:cubicBezTo>
                <a:cubicBezTo>
                  <a:pt x="2716676" y="6518793"/>
                  <a:pt x="2715372" y="6519470"/>
                  <a:pt x="2714120" y="6519809"/>
                </a:cubicBezTo>
                <a:cubicBezTo>
                  <a:pt x="2712866" y="6520148"/>
                  <a:pt x="2711427" y="6520317"/>
                  <a:pt x="2709802" y="6520317"/>
                </a:cubicBezTo>
                <a:cubicBezTo>
                  <a:pt x="2708853" y="6520317"/>
                  <a:pt x="2707617" y="6520148"/>
                  <a:pt x="2706093" y="6519809"/>
                </a:cubicBezTo>
                <a:cubicBezTo>
                  <a:pt x="2704569" y="6519470"/>
                  <a:pt x="2702944" y="6519030"/>
                  <a:pt x="2701216" y="6518488"/>
                </a:cubicBezTo>
                <a:cubicBezTo>
                  <a:pt x="2699489" y="6517946"/>
                  <a:pt x="2697864" y="6517371"/>
                  <a:pt x="2696340" y="6516761"/>
                </a:cubicBezTo>
                <a:cubicBezTo>
                  <a:pt x="2694816" y="6516152"/>
                  <a:pt x="2693546" y="6515508"/>
                  <a:pt x="2692530" y="6514831"/>
                </a:cubicBezTo>
                <a:lnTo>
                  <a:pt x="2689583" y="6514831"/>
                </a:lnTo>
                <a:lnTo>
                  <a:pt x="2686942" y="6531391"/>
                </a:lnTo>
                <a:cubicBezTo>
                  <a:pt x="2688093" y="6531933"/>
                  <a:pt x="2689516" y="6532526"/>
                  <a:pt x="2691209" y="6533169"/>
                </a:cubicBezTo>
                <a:cubicBezTo>
                  <a:pt x="2692902" y="6533813"/>
                  <a:pt x="2694799" y="6534354"/>
                  <a:pt x="2696898" y="6534795"/>
                </a:cubicBezTo>
                <a:cubicBezTo>
                  <a:pt x="2698998" y="6535235"/>
                  <a:pt x="2701166" y="6535455"/>
                  <a:pt x="2703401" y="6535455"/>
                </a:cubicBezTo>
                <a:cubicBezTo>
                  <a:pt x="2707736" y="6535455"/>
                  <a:pt x="2711901" y="6534761"/>
                  <a:pt x="2715898" y="6533373"/>
                </a:cubicBezTo>
                <a:cubicBezTo>
                  <a:pt x="2719894" y="6531984"/>
                  <a:pt x="2723687" y="6529173"/>
                  <a:pt x="2727277" y="6524940"/>
                </a:cubicBezTo>
                <a:cubicBezTo>
                  <a:pt x="2730867" y="6520706"/>
                  <a:pt x="2734220" y="6514289"/>
                  <a:pt x="2737335" y="6505686"/>
                </a:cubicBezTo>
                <a:lnTo>
                  <a:pt x="2775537" y="6400225"/>
                </a:lnTo>
                <a:cubicBezTo>
                  <a:pt x="2776011" y="6398735"/>
                  <a:pt x="2776790" y="6397720"/>
                  <a:pt x="2777874" y="6397177"/>
                </a:cubicBezTo>
                <a:cubicBezTo>
                  <a:pt x="2778957" y="6396636"/>
                  <a:pt x="2780380" y="6395993"/>
                  <a:pt x="2782141" y="6395247"/>
                </a:cubicBezTo>
                <a:lnTo>
                  <a:pt x="2789558" y="6391895"/>
                </a:lnTo>
                <a:lnTo>
                  <a:pt x="2789558" y="6386815"/>
                </a:lnTo>
                <a:lnTo>
                  <a:pt x="2753083" y="6386815"/>
                </a:lnTo>
                <a:lnTo>
                  <a:pt x="2753083" y="6391895"/>
                </a:lnTo>
                <a:lnTo>
                  <a:pt x="2767409" y="6396365"/>
                </a:lnTo>
                <a:lnTo>
                  <a:pt x="2742822" y="6464945"/>
                </a:lnTo>
                <a:lnTo>
                  <a:pt x="2742517" y="6464945"/>
                </a:lnTo>
                <a:lnTo>
                  <a:pt x="2737437" y="6452245"/>
                </a:lnTo>
                <a:lnTo>
                  <a:pt x="2713866" y="6395349"/>
                </a:lnTo>
                <a:lnTo>
                  <a:pt x="2728598" y="6391895"/>
                </a:lnTo>
                <a:lnTo>
                  <a:pt x="2728598" y="6386815"/>
                </a:lnTo>
                <a:lnTo>
                  <a:pt x="2682674" y="6386815"/>
                </a:lnTo>
                <a:lnTo>
                  <a:pt x="2682674" y="6387516"/>
                </a:lnTo>
                <a:lnTo>
                  <a:pt x="2676045" y="6384935"/>
                </a:lnTo>
                <a:cubicBezTo>
                  <a:pt x="2673979" y="6384292"/>
                  <a:pt x="2671050" y="6383969"/>
                  <a:pt x="2667256" y="6383969"/>
                </a:cubicBezTo>
                <a:close/>
                <a:moveTo>
                  <a:pt x="2427557" y="6383969"/>
                </a:moveTo>
                <a:cubicBezTo>
                  <a:pt x="2422680" y="6383969"/>
                  <a:pt x="2418142" y="6384427"/>
                  <a:pt x="2413942" y="6385341"/>
                </a:cubicBezTo>
                <a:cubicBezTo>
                  <a:pt x="2409743" y="6386255"/>
                  <a:pt x="2405899" y="6387407"/>
                  <a:pt x="2402411" y="6388796"/>
                </a:cubicBezTo>
                <a:cubicBezTo>
                  <a:pt x="2398923" y="6390184"/>
                  <a:pt x="2395756" y="6391624"/>
                  <a:pt x="2392911" y="6393114"/>
                </a:cubicBezTo>
                <a:lnTo>
                  <a:pt x="2395654" y="6409878"/>
                </a:lnTo>
                <a:lnTo>
                  <a:pt x="2398194" y="6409878"/>
                </a:lnTo>
                <a:cubicBezTo>
                  <a:pt x="2399956" y="6408523"/>
                  <a:pt x="2402038" y="6406982"/>
                  <a:pt x="2404443" y="6405255"/>
                </a:cubicBezTo>
                <a:cubicBezTo>
                  <a:pt x="2406847" y="6403528"/>
                  <a:pt x="2409472" y="6401800"/>
                  <a:pt x="2412317" y="6400073"/>
                </a:cubicBezTo>
                <a:cubicBezTo>
                  <a:pt x="2415162" y="6398346"/>
                  <a:pt x="2418193" y="6396941"/>
                  <a:pt x="2421410" y="6395857"/>
                </a:cubicBezTo>
                <a:cubicBezTo>
                  <a:pt x="2424627" y="6394773"/>
                  <a:pt x="2427896" y="6394231"/>
                  <a:pt x="2431214" y="6394231"/>
                </a:cubicBezTo>
                <a:cubicBezTo>
                  <a:pt x="2436498" y="6394231"/>
                  <a:pt x="2440443" y="6395416"/>
                  <a:pt x="2443051" y="6397787"/>
                </a:cubicBezTo>
                <a:cubicBezTo>
                  <a:pt x="2445658" y="6400158"/>
                  <a:pt x="2446928" y="6404730"/>
                  <a:pt x="2446861" y="6411503"/>
                </a:cubicBezTo>
                <a:lnTo>
                  <a:pt x="2446759" y="6429182"/>
                </a:lnTo>
                <a:cubicBezTo>
                  <a:pt x="2445879" y="6429182"/>
                  <a:pt x="2444541" y="6429097"/>
                  <a:pt x="2442746" y="6428928"/>
                </a:cubicBezTo>
                <a:cubicBezTo>
                  <a:pt x="2440951" y="6428759"/>
                  <a:pt x="2439156" y="6428606"/>
                  <a:pt x="2437361" y="6428470"/>
                </a:cubicBezTo>
                <a:cubicBezTo>
                  <a:pt x="2435566" y="6428335"/>
                  <a:pt x="2434262" y="6428267"/>
                  <a:pt x="2433450" y="6428267"/>
                </a:cubicBezTo>
                <a:cubicBezTo>
                  <a:pt x="2428911" y="6428267"/>
                  <a:pt x="2423950" y="6428860"/>
                  <a:pt x="2418565" y="6430045"/>
                </a:cubicBezTo>
                <a:cubicBezTo>
                  <a:pt x="2413180" y="6431231"/>
                  <a:pt x="2408033" y="6433144"/>
                  <a:pt x="2403122" y="6435785"/>
                </a:cubicBezTo>
                <a:cubicBezTo>
                  <a:pt x="2398211" y="6438427"/>
                  <a:pt x="2394181" y="6441915"/>
                  <a:pt x="2391032" y="6446251"/>
                </a:cubicBezTo>
                <a:cubicBezTo>
                  <a:pt x="2387882" y="6450585"/>
                  <a:pt x="2386307" y="6455937"/>
                  <a:pt x="2386307" y="6462303"/>
                </a:cubicBezTo>
                <a:cubicBezTo>
                  <a:pt x="2386307" y="6467045"/>
                  <a:pt x="2387408" y="6471481"/>
                  <a:pt x="2389609" y="6475613"/>
                </a:cubicBezTo>
                <a:cubicBezTo>
                  <a:pt x="2391810" y="6479744"/>
                  <a:pt x="2394926" y="6483047"/>
                  <a:pt x="2398956" y="6485519"/>
                </a:cubicBezTo>
                <a:cubicBezTo>
                  <a:pt x="2402986" y="6487991"/>
                  <a:pt x="2407677" y="6489227"/>
                  <a:pt x="2413028" y="6489227"/>
                </a:cubicBezTo>
                <a:cubicBezTo>
                  <a:pt x="2416279" y="6489227"/>
                  <a:pt x="2419869" y="6488838"/>
                  <a:pt x="2423798" y="6488059"/>
                </a:cubicBezTo>
                <a:cubicBezTo>
                  <a:pt x="2427726" y="6487280"/>
                  <a:pt x="2431706" y="6485671"/>
                  <a:pt x="2435736" y="6483233"/>
                </a:cubicBezTo>
                <a:cubicBezTo>
                  <a:pt x="2439766" y="6480794"/>
                  <a:pt x="2443372" y="6477171"/>
                  <a:pt x="2446556" y="6472362"/>
                </a:cubicBezTo>
                <a:lnTo>
                  <a:pt x="2446861" y="6472362"/>
                </a:lnTo>
                <a:cubicBezTo>
                  <a:pt x="2446861" y="6478729"/>
                  <a:pt x="2448216" y="6483131"/>
                  <a:pt x="2450925" y="6485570"/>
                </a:cubicBezTo>
                <a:cubicBezTo>
                  <a:pt x="2453634" y="6488008"/>
                  <a:pt x="2457664" y="6489227"/>
                  <a:pt x="2463015" y="6489227"/>
                </a:cubicBezTo>
                <a:cubicBezTo>
                  <a:pt x="2465386" y="6489227"/>
                  <a:pt x="2467875" y="6488736"/>
                  <a:pt x="2470483" y="6487754"/>
                </a:cubicBezTo>
                <a:cubicBezTo>
                  <a:pt x="2473091" y="6486772"/>
                  <a:pt x="2475529" y="6485587"/>
                  <a:pt x="2477798" y="6484198"/>
                </a:cubicBezTo>
                <a:cubicBezTo>
                  <a:pt x="2480067" y="6482809"/>
                  <a:pt x="2481811" y="6481641"/>
                  <a:pt x="2483030" y="6480693"/>
                </a:cubicBezTo>
                <a:lnTo>
                  <a:pt x="2483030" y="6475206"/>
                </a:lnTo>
                <a:lnTo>
                  <a:pt x="2481913" y="6475206"/>
                </a:lnTo>
                <a:cubicBezTo>
                  <a:pt x="2480558" y="6475681"/>
                  <a:pt x="2478848" y="6476155"/>
                  <a:pt x="2476782" y="6476629"/>
                </a:cubicBezTo>
                <a:cubicBezTo>
                  <a:pt x="2474716" y="6477103"/>
                  <a:pt x="2473311" y="6477340"/>
                  <a:pt x="2472566" y="6477340"/>
                </a:cubicBezTo>
                <a:cubicBezTo>
                  <a:pt x="2469789" y="6477340"/>
                  <a:pt x="2467655" y="6476714"/>
                  <a:pt x="2466165" y="6475460"/>
                </a:cubicBezTo>
                <a:cubicBezTo>
                  <a:pt x="2464675" y="6474208"/>
                  <a:pt x="2463930" y="6472565"/>
                  <a:pt x="2463930" y="6470533"/>
                </a:cubicBezTo>
                <a:lnTo>
                  <a:pt x="2464438" y="6416685"/>
                </a:lnTo>
                <a:cubicBezTo>
                  <a:pt x="2464573" y="6408489"/>
                  <a:pt x="2462744" y="6402004"/>
                  <a:pt x="2458951" y="6397229"/>
                </a:cubicBezTo>
                <a:cubicBezTo>
                  <a:pt x="2455158" y="6392453"/>
                  <a:pt x="2450417" y="6389049"/>
                  <a:pt x="2444727" y="6387018"/>
                </a:cubicBezTo>
                <a:cubicBezTo>
                  <a:pt x="2439038" y="6384986"/>
                  <a:pt x="2433314" y="6383969"/>
                  <a:pt x="2427557" y="6383969"/>
                </a:cubicBezTo>
                <a:close/>
                <a:moveTo>
                  <a:pt x="1653314" y="6383969"/>
                </a:moveTo>
                <a:cubicBezTo>
                  <a:pt x="1643222" y="6383969"/>
                  <a:pt x="1634552" y="6386340"/>
                  <a:pt x="1627304" y="6391082"/>
                </a:cubicBezTo>
                <a:cubicBezTo>
                  <a:pt x="1620057" y="6395823"/>
                  <a:pt x="1614486" y="6402207"/>
                  <a:pt x="1610591" y="6410233"/>
                </a:cubicBezTo>
                <a:cubicBezTo>
                  <a:pt x="1606696" y="6418260"/>
                  <a:pt x="1604749" y="6427251"/>
                  <a:pt x="1604749" y="6437208"/>
                </a:cubicBezTo>
                <a:cubicBezTo>
                  <a:pt x="1604749" y="6447842"/>
                  <a:pt x="1606696" y="6457121"/>
                  <a:pt x="1610591" y="6465046"/>
                </a:cubicBezTo>
                <a:cubicBezTo>
                  <a:pt x="1614486" y="6472971"/>
                  <a:pt x="1619989" y="6479101"/>
                  <a:pt x="1627101" y="6483436"/>
                </a:cubicBezTo>
                <a:cubicBezTo>
                  <a:pt x="1634213" y="6487771"/>
                  <a:pt x="1642612" y="6489939"/>
                  <a:pt x="1652298" y="6489939"/>
                </a:cubicBezTo>
                <a:cubicBezTo>
                  <a:pt x="1662458" y="6489939"/>
                  <a:pt x="1671162" y="6487551"/>
                  <a:pt x="1678409" y="6482776"/>
                </a:cubicBezTo>
                <a:cubicBezTo>
                  <a:pt x="1685657" y="6478000"/>
                  <a:pt x="1691211" y="6471583"/>
                  <a:pt x="1695072" y="6463523"/>
                </a:cubicBezTo>
                <a:cubicBezTo>
                  <a:pt x="1698932" y="6455462"/>
                  <a:pt x="1700863" y="6446555"/>
                  <a:pt x="1700863" y="6436802"/>
                </a:cubicBezTo>
                <a:cubicBezTo>
                  <a:pt x="1700863" y="6427590"/>
                  <a:pt x="1699152" y="6418971"/>
                  <a:pt x="1695732" y="6410945"/>
                </a:cubicBezTo>
                <a:cubicBezTo>
                  <a:pt x="1692312" y="6402918"/>
                  <a:pt x="1687096" y="6396416"/>
                  <a:pt x="1680086" y="6391437"/>
                </a:cubicBezTo>
                <a:cubicBezTo>
                  <a:pt x="1673075" y="6386459"/>
                  <a:pt x="1664151" y="6383969"/>
                  <a:pt x="1653314" y="6383969"/>
                </a:cubicBezTo>
                <a:close/>
                <a:moveTo>
                  <a:pt x="1386615" y="6383969"/>
                </a:moveTo>
                <a:cubicBezTo>
                  <a:pt x="1376522" y="6383969"/>
                  <a:pt x="1367852" y="6386340"/>
                  <a:pt x="1360605" y="6391082"/>
                </a:cubicBezTo>
                <a:cubicBezTo>
                  <a:pt x="1353357" y="6395823"/>
                  <a:pt x="1347786" y="6402207"/>
                  <a:pt x="1343891" y="6410233"/>
                </a:cubicBezTo>
                <a:cubicBezTo>
                  <a:pt x="1339997" y="6418260"/>
                  <a:pt x="1338049" y="6427251"/>
                  <a:pt x="1338049" y="6437208"/>
                </a:cubicBezTo>
                <a:cubicBezTo>
                  <a:pt x="1338049" y="6447842"/>
                  <a:pt x="1339997" y="6457121"/>
                  <a:pt x="1343891" y="6465046"/>
                </a:cubicBezTo>
                <a:cubicBezTo>
                  <a:pt x="1347786" y="6472971"/>
                  <a:pt x="1353290" y="6479101"/>
                  <a:pt x="1360401" y="6483436"/>
                </a:cubicBezTo>
                <a:cubicBezTo>
                  <a:pt x="1367513" y="6487771"/>
                  <a:pt x="1375912" y="6489939"/>
                  <a:pt x="1385598" y="6489939"/>
                </a:cubicBezTo>
                <a:cubicBezTo>
                  <a:pt x="1395758" y="6489939"/>
                  <a:pt x="1404462" y="6487551"/>
                  <a:pt x="1411709" y="6482776"/>
                </a:cubicBezTo>
                <a:cubicBezTo>
                  <a:pt x="1418957" y="6478000"/>
                  <a:pt x="1424511" y="6471583"/>
                  <a:pt x="1428372" y="6463523"/>
                </a:cubicBezTo>
                <a:cubicBezTo>
                  <a:pt x="1432233" y="6455462"/>
                  <a:pt x="1434163" y="6446555"/>
                  <a:pt x="1434163" y="6436802"/>
                </a:cubicBezTo>
                <a:cubicBezTo>
                  <a:pt x="1434163" y="6427590"/>
                  <a:pt x="1432453" y="6418971"/>
                  <a:pt x="1429032" y="6410945"/>
                </a:cubicBezTo>
                <a:cubicBezTo>
                  <a:pt x="1425612" y="6402918"/>
                  <a:pt x="1420396" y="6396416"/>
                  <a:pt x="1413386" y="6391437"/>
                </a:cubicBezTo>
                <a:cubicBezTo>
                  <a:pt x="1406375" y="6386459"/>
                  <a:pt x="1397452" y="6383969"/>
                  <a:pt x="1386615" y="6383969"/>
                </a:cubicBezTo>
                <a:close/>
                <a:moveTo>
                  <a:pt x="954230" y="6383969"/>
                </a:moveTo>
                <a:cubicBezTo>
                  <a:pt x="946577" y="6383969"/>
                  <a:pt x="939752" y="6385528"/>
                  <a:pt x="933758" y="6388643"/>
                </a:cubicBezTo>
                <a:cubicBezTo>
                  <a:pt x="927764" y="6391759"/>
                  <a:pt x="923090" y="6395891"/>
                  <a:pt x="919737" y="6401038"/>
                </a:cubicBezTo>
                <a:cubicBezTo>
                  <a:pt x="916384" y="6406186"/>
                  <a:pt x="914708" y="6411740"/>
                  <a:pt x="914708" y="6417701"/>
                </a:cubicBezTo>
                <a:cubicBezTo>
                  <a:pt x="914708" y="6422848"/>
                  <a:pt x="915503" y="6427302"/>
                  <a:pt x="917095" y="6431061"/>
                </a:cubicBezTo>
                <a:cubicBezTo>
                  <a:pt x="918687" y="6434820"/>
                  <a:pt x="920804" y="6438004"/>
                  <a:pt x="923445" y="6440612"/>
                </a:cubicBezTo>
                <a:cubicBezTo>
                  <a:pt x="926087" y="6443219"/>
                  <a:pt x="928965" y="6445403"/>
                  <a:pt x="932081" y="6447165"/>
                </a:cubicBezTo>
                <a:lnTo>
                  <a:pt x="932081" y="6447368"/>
                </a:lnTo>
                <a:cubicBezTo>
                  <a:pt x="929304" y="6448045"/>
                  <a:pt x="926459" y="6449146"/>
                  <a:pt x="923547" y="6450670"/>
                </a:cubicBezTo>
                <a:cubicBezTo>
                  <a:pt x="920634" y="6452194"/>
                  <a:pt x="918196" y="6454226"/>
                  <a:pt x="916232" y="6456766"/>
                </a:cubicBezTo>
                <a:cubicBezTo>
                  <a:pt x="914267" y="6459306"/>
                  <a:pt x="913285" y="6462540"/>
                  <a:pt x="913285" y="6466469"/>
                </a:cubicBezTo>
                <a:cubicBezTo>
                  <a:pt x="913285" y="6470194"/>
                  <a:pt x="914217" y="6473361"/>
                  <a:pt x="916079" y="6475968"/>
                </a:cubicBezTo>
                <a:cubicBezTo>
                  <a:pt x="917942" y="6478576"/>
                  <a:pt x="920143" y="6480642"/>
                  <a:pt x="922683" y="6482166"/>
                </a:cubicBezTo>
                <a:cubicBezTo>
                  <a:pt x="925223" y="6483690"/>
                  <a:pt x="927645" y="6484723"/>
                  <a:pt x="929948" y="6485265"/>
                </a:cubicBezTo>
                <a:lnTo>
                  <a:pt x="929948" y="6485570"/>
                </a:lnTo>
                <a:cubicBezTo>
                  <a:pt x="924258" y="6487195"/>
                  <a:pt x="919178" y="6489871"/>
                  <a:pt x="914708" y="6493596"/>
                </a:cubicBezTo>
                <a:cubicBezTo>
                  <a:pt x="910238" y="6497321"/>
                  <a:pt x="908002" y="6502740"/>
                  <a:pt x="908002" y="6509852"/>
                </a:cubicBezTo>
                <a:cubicBezTo>
                  <a:pt x="908002" y="6515406"/>
                  <a:pt x="909848" y="6520080"/>
                  <a:pt x="913539" y="6523873"/>
                </a:cubicBezTo>
                <a:cubicBezTo>
                  <a:pt x="917231" y="6527666"/>
                  <a:pt x="922345" y="6530545"/>
                  <a:pt x="928881" y="6532509"/>
                </a:cubicBezTo>
                <a:cubicBezTo>
                  <a:pt x="935417" y="6534473"/>
                  <a:pt x="942885" y="6535455"/>
                  <a:pt x="951284" y="6535455"/>
                </a:cubicBezTo>
                <a:cubicBezTo>
                  <a:pt x="961105" y="6535455"/>
                  <a:pt x="970012" y="6533813"/>
                  <a:pt x="978004" y="6530527"/>
                </a:cubicBezTo>
                <a:cubicBezTo>
                  <a:pt x="985997" y="6527243"/>
                  <a:pt x="992364" y="6522705"/>
                  <a:pt x="997105" y="6516913"/>
                </a:cubicBezTo>
                <a:cubicBezTo>
                  <a:pt x="1001847" y="6511122"/>
                  <a:pt x="1004217" y="6504467"/>
                  <a:pt x="1004217" y="6496949"/>
                </a:cubicBezTo>
                <a:cubicBezTo>
                  <a:pt x="1004217" y="6492885"/>
                  <a:pt x="1003167" y="6488821"/>
                  <a:pt x="1001068" y="6484757"/>
                </a:cubicBezTo>
                <a:cubicBezTo>
                  <a:pt x="998968" y="6480693"/>
                  <a:pt x="995463" y="6477289"/>
                  <a:pt x="990552" y="6474546"/>
                </a:cubicBezTo>
                <a:cubicBezTo>
                  <a:pt x="985641" y="6471803"/>
                  <a:pt x="978885" y="6470431"/>
                  <a:pt x="970283" y="6470431"/>
                </a:cubicBezTo>
                <a:lnTo>
                  <a:pt x="937263" y="6470431"/>
                </a:lnTo>
                <a:cubicBezTo>
                  <a:pt x="934757" y="6470364"/>
                  <a:pt x="932572" y="6469399"/>
                  <a:pt x="930710" y="6467536"/>
                </a:cubicBezTo>
                <a:cubicBezTo>
                  <a:pt x="928847" y="6465673"/>
                  <a:pt x="927916" y="6463150"/>
                  <a:pt x="927916" y="6459967"/>
                </a:cubicBezTo>
                <a:cubicBezTo>
                  <a:pt x="927916" y="6457325"/>
                  <a:pt x="928932" y="6455022"/>
                  <a:pt x="930964" y="6453058"/>
                </a:cubicBezTo>
                <a:cubicBezTo>
                  <a:pt x="932996" y="6451093"/>
                  <a:pt x="935265" y="6450043"/>
                  <a:pt x="937771" y="6449908"/>
                </a:cubicBezTo>
                <a:cubicBezTo>
                  <a:pt x="939938" y="6450518"/>
                  <a:pt x="942241" y="6450975"/>
                  <a:pt x="944680" y="6451280"/>
                </a:cubicBezTo>
                <a:cubicBezTo>
                  <a:pt x="947118" y="6451585"/>
                  <a:pt x="949692" y="6451737"/>
                  <a:pt x="952401" y="6451737"/>
                </a:cubicBezTo>
                <a:cubicBezTo>
                  <a:pt x="964525" y="6451737"/>
                  <a:pt x="973890" y="6448553"/>
                  <a:pt x="980494" y="6442186"/>
                </a:cubicBezTo>
                <a:cubicBezTo>
                  <a:pt x="987098" y="6435820"/>
                  <a:pt x="990400" y="6427793"/>
                  <a:pt x="990400" y="6418107"/>
                </a:cubicBezTo>
                <a:cubicBezTo>
                  <a:pt x="990400" y="6413840"/>
                  <a:pt x="989400" y="6409522"/>
                  <a:pt x="987403" y="6405153"/>
                </a:cubicBezTo>
                <a:cubicBezTo>
                  <a:pt x="985404" y="6400785"/>
                  <a:pt x="982373" y="6396805"/>
                  <a:pt x="978309" y="6393215"/>
                </a:cubicBezTo>
                <a:lnTo>
                  <a:pt x="978309" y="6393114"/>
                </a:lnTo>
                <a:lnTo>
                  <a:pt x="1006554" y="6399108"/>
                </a:lnTo>
                <a:lnTo>
                  <a:pt x="1008586" y="6386815"/>
                </a:lnTo>
                <a:lnTo>
                  <a:pt x="973229" y="6386815"/>
                </a:lnTo>
                <a:cubicBezTo>
                  <a:pt x="970249" y="6386002"/>
                  <a:pt x="967099" y="6385325"/>
                  <a:pt x="963780" y="6384782"/>
                </a:cubicBezTo>
                <a:cubicBezTo>
                  <a:pt x="960461" y="6384240"/>
                  <a:pt x="957278" y="6383969"/>
                  <a:pt x="954230" y="6383969"/>
                </a:cubicBezTo>
                <a:close/>
                <a:moveTo>
                  <a:pt x="738914" y="6383969"/>
                </a:moveTo>
                <a:cubicBezTo>
                  <a:pt x="728822" y="6383969"/>
                  <a:pt x="720152" y="6386340"/>
                  <a:pt x="712905" y="6391082"/>
                </a:cubicBezTo>
                <a:cubicBezTo>
                  <a:pt x="705657" y="6395823"/>
                  <a:pt x="700086" y="6402207"/>
                  <a:pt x="696191" y="6410233"/>
                </a:cubicBezTo>
                <a:cubicBezTo>
                  <a:pt x="692297" y="6418260"/>
                  <a:pt x="690349" y="6427251"/>
                  <a:pt x="690349" y="6437208"/>
                </a:cubicBezTo>
                <a:cubicBezTo>
                  <a:pt x="690349" y="6447842"/>
                  <a:pt x="692297" y="6457121"/>
                  <a:pt x="696191" y="6465046"/>
                </a:cubicBezTo>
                <a:cubicBezTo>
                  <a:pt x="700086" y="6472971"/>
                  <a:pt x="705589" y="6479101"/>
                  <a:pt x="712701" y="6483436"/>
                </a:cubicBezTo>
                <a:cubicBezTo>
                  <a:pt x="719813" y="6487771"/>
                  <a:pt x="728212" y="6489939"/>
                  <a:pt x="737898" y="6489939"/>
                </a:cubicBezTo>
                <a:cubicBezTo>
                  <a:pt x="748058" y="6489939"/>
                  <a:pt x="756762" y="6487551"/>
                  <a:pt x="764009" y="6482776"/>
                </a:cubicBezTo>
                <a:cubicBezTo>
                  <a:pt x="771257" y="6478000"/>
                  <a:pt x="776811" y="6471583"/>
                  <a:pt x="780672" y="6463522"/>
                </a:cubicBezTo>
                <a:cubicBezTo>
                  <a:pt x="784533" y="6455462"/>
                  <a:pt x="786463" y="6446555"/>
                  <a:pt x="786463" y="6436802"/>
                </a:cubicBezTo>
                <a:cubicBezTo>
                  <a:pt x="786463" y="6427590"/>
                  <a:pt x="784753" y="6418971"/>
                  <a:pt x="781332" y="6410945"/>
                </a:cubicBezTo>
                <a:cubicBezTo>
                  <a:pt x="777912" y="6402918"/>
                  <a:pt x="772696" y="6396416"/>
                  <a:pt x="765686" y="6391437"/>
                </a:cubicBezTo>
                <a:cubicBezTo>
                  <a:pt x="758675" y="6386459"/>
                  <a:pt x="749752" y="6383969"/>
                  <a:pt x="738914" y="6383969"/>
                </a:cubicBezTo>
                <a:close/>
                <a:moveTo>
                  <a:pt x="667007" y="6383969"/>
                </a:moveTo>
                <a:cubicBezTo>
                  <a:pt x="662266" y="6383969"/>
                  <a:pt x="658015" y="6385104"/>
                  <a:pt x="654256" y="6387373"/>
                </a:cubicBezTo>
                <a:cubicBezTo>
                  <a:pt x="650497" y="6389642"/>
                  <a:pt x="647144" y="6392555"/>
                  <a:pt x="644198" y="6396111"/>
                </a:cubicBezTo>
                <a:cubicBezTo>
                  <a:pt x="641251" y="6399667"/>
                  <a:pt x="638525" y="6403409"/>
                  <a:pt x="636019" y="6407338"/>
                </a:cubicBezTo>
                <a:lnTo>
                  <a:pt x="635816" y="6407338"/>
                </a:lnTo>
                <a:lnTo>
                  <a:pt x="635816" y="6384782"/>
                </a:lnTo>
                <a:lnTo>
                  <a:pt x="603507" y="6391590"/>
                </a:lnTo>
                <a:lnTo>
                  <a:pt x="603507" y="6395146"/>
                </a:lnTo>
                <a:lnTo>
                  <a:pt x="613362" y="6398803"/>
                </a:lnTo>
                <a:cubicBezTo>
                  <a:pt x="615462" y="6399548"/>
                  <a:pt x="617003" y="6400531"/>
                  <a:pt x="617985" y="6401750"/>
                </a:cubicBezTo>
                <a:cubicBezTo>
                  <a:pt x="618967" y="6402969"/>
                  <a:pt x="619458" y="6404459"/>
                  <a:pt x="619458" y="6406220"/>
                </a:cubicBezTo>
                <a:lnTo>
                  <a:pt x="619458" y="6473683"/>
                </a:lnTo>
                <a:cubicBezTo>
                  <a:pt x="619458" y="6475173"/>
                  <a:pt x="619035" y="6476409"/>
                  <a:pt x="618188" y="6477391"/>
                </a:cubicBezTo>
                <a:cubicBezTo>
                  <a:pt x="617342" y="6478373"/>
                  <a:pt x="616241" y="6479033"/>
                  <a:pt x="614886" y="6479372"/>
                </a:cubicBezTo>
                <a:lnTo>
                  <a:pt x="603405" y="6482115"/>
                </a:lnTo>
                <a:lnTo>
                  <a:pt x="603405" y="6487195"/>
                </a:lnTo>
                <a:lnTo>
                  <a:pt x="655120" y="6487195"/>
                </a:lnTo>
                <a:lnTo>
                  <a:pt x="655120" y="6482115"/>
                </a:lnTo>
                <a:lnTo>
                  <a:pt x="641505" y="6479372"/>
                </a:lnTo>
                <a:cubicBezTo>
                  <a:pt x="638525" y="6478763"/>
                  <a:pt x="637035" y="6476866"/>
                  <a:pt x="637035" y="6473683"/>
                </a:cubicBezTo>
                <a:lnTo>
                  <a:pt x="637035" y="6413434"/>
                </a:lnTo>
                <a:cubicBezTo>
                  <a:pt x="639338" y="6410386"/>
                  <a:pt x="641692" y="6407795"/>
                  <a:pt x="644096" y="6405661"/>
                </a:cubicBezTo>
                <a:cubicBezTo>
                  <a:pt x="646501" y="6403528"/>
                  <a:pt x="649125" y="6401868"/>
                  <a:pt x="651970" y="6400683"/>
                </a:cubicBezTo>
                <a:cubicBezTo>
                  <a:pt x="654815" y="6399498"/>
                  <a:pt x="657897" y="6398905"/>
                  <a:pt x="661216" y="6398905"/>
                </a:cubicBezTo>
                <a:cubicBezTo>
                  <a:pt x="663383" y="6398905"/>
                  <a:pt x="665720" y="6399260"/>
                  <a:pt x="668226" y="6399971"/>
                </a:cubicBezTo>
                <a:cubicBezTo>
                  <a:pt x="670733" y="6400683"/>
                  <a:pt x="672256" y="6401750"/>
                  <a:pt x="672798" y="6403172"/>
                </a:cubicBezTo>
                <a:lnTo>
                  <a:pt x="676049" y="6411605"/>
                </a:lnTo>
                <a:lnTo>
                  <a:pt x="682450" y="6411605"/>
                </a:lnTo>
                <a:lnTo>
                  <a:pt x="682450" y="6387526"/>
                </a:lnTo>
                <a:cubicBezTo>
                  <a:pt x="680080" y="6386442"/>
                  <a:pt x="677861" y="6385578"/>
                  <a:pt x="675795" y="6384935"/>
                </a:cubicBezTo>
                <a:cubicBezTo>
                  <a:pt x="673729" y="6384292"/>
                  <a:pt x="670800" y="6383969"/>
                  <a:pt x="667007" y="6383969"/>
                </a:cubicBezTo>
                <a:close/>
                <a:moveTo>
                  <a:pt x="1300432" y="6358570"/>
                </a:moveTo>
                <a:lnTo>
                  <a:pt x="1285599" y="6361719"/>
                </a:lnTo>
                <a:lnTo>
                  <a:pt x="1284786" y="6374622"/>
                </a:lnTo>
                <a:cubicBezTo>
                  <a:pt x="1284582" y="6378754"/>
                  <a:pt x="1283719" y="6381802"/>
                  <a:pt x="1282195" y="6383767"/>
                </a:cubicBezTo>
                <a:cubicBezTo>
                  <a:pt x="1280671" y="6385731"/>
                  <a:pt x="1278605" y="6387102"/>
                  <a:pt x="1275997" y="6387881"/>
                </a:cubicBezTo>
                <a:cubicBezTo>
                  <a:pt x="1273390" y="6388660"/>
                  <a:pt x="1270291" y="6389490"/>
                  <a:pt x="1266701" y="6390370"/>
                </a:cubicBezTo>
                <a:lnTo>
                  <a:pt x="1266701" y="6396162"/>
                </a:lnTo>
                <a:lnTo>
                  <a:pt x="1282855" y="6396162"/>
                </a:lnTo>
                <a:lnTo>
                  <a:pt x="1282855" y="6468806"/>
                </a:lnTo>
                <a:cubicBezTo>
                  <a:pt x="1282855" y="6473208"/>
                  <a:pt x="1283990" y="6476900"/>
                  <a:pt x="1286259" y="6479880"/>
                </a:cubicBezTo>
                <a:cubicBezTo>
                  <a:pt x="1288528" y="6482861"/>
                  <a:pt x="1291576" y="6485130"/>
                  <a:pt x="1295403" y="6486687"/>
                </a:cubicBezTo>
                <a:cubicBezTo>
                  <a:pt x="1299230" y="6488245"/>
                  <a:pt x="1303582" y="6489024"/>
                  <a:pt x="1308458" y="6489024"/>
                </a:cubicBezTo>
                <a:cubicBezTo>
                  <a:pt x="1312455" y="6489024"/>
                  <a:pt x="1316197" y="6488449"/>
                  <a:pt x="1319685" y="6487297"/>
                </a:cubicBezTo>
                <a:cubicBezTo>
                  <a:pt x="1323173" y="6486145"/>
                  <a:pt x="1326221" y="6484842"/>
                  <a:pt x="1328830" y="6483385"/>
                </a:cubicBezTo>
                <a:cubicBezTo>
                  <a:pt x="1331437" y="6481929"/>
                  <a:pt x="1333384" y="6480794"/>
                  <a:pt x="1334671" y="6479982"/>
                </a:cubicBezTo>
                <a:lnTo>
                  <a:pt x="1334671" y="6474089"/>
                </a:lnTo>
                <a:lnTo>
                  <a:pt x="1333249" y="6474089"/>
                </a:lnTo>
                <a:cubicBezTo>
                  <a:pt x="1332097" y="6474698"/>
                  <a:pt x="1330065" y="6475393"/>
                  <a:pt x="1327153" y="6476171"/>
                </a:cubicBezTo>
                <a:cubicBezTo>
                  <a:pt x="1324240" y="6476950"/>
                  <a:pt x="1321666" y="6477340"/>
                  <a:pt x="1319431" y="6477340"/>
                </a:cubicBezTo>
                <a:cubicBezTo>
                  <a:pt x="1317331" y="6477340"/>
                  <a:pt x="1314775" y="6476950"/>
                  <a:pt x="1311760" y="6476171"/>
                </a:cubicBezTo>
                <a:cubicBezTo>
                  <a:pt x="1308746" y="6475393"/>
                  <a:pt x="1306105" y="6474156"/>
                  <a:pt x="1303836" y="6472463"/>
                </a:cubicBezTo>
                <a:cubicBezTo>
                  <a:pt x="1301567" y="6470770"/>
                  <a:pt x="1300432" y="6468535"/>
                  <a:pt x="1300432" y="6465757"/>
                </a:cubicBezTo>
                <a:lnTo>
                  <a:pt x="1300432" y="6396162"/>
                </a:lnTo>
                <a:lnTo>
                  <a:pt x="1333351" y="6396162"/>
                </a:lnTo>
                <a:lnTo>
                  <a:pt x="1335890" y="6387424"/>
                </a:lnTo>
                <a:lnTo>
                  <a:pt x="1300432" y="6387424"/>
                </a:lnTo>
                <a:close/>
                <a:moveTo>
                  <a:pt x="1157557" y="6358570"/>
                </a:moveTo>
                <a:lnTo>
                  <a:pt x="1142724" y="6361719"/>
                </a:lnTo>
                <a:lnTo>
                  <a:pt x="1141911" y="6374622"/>
                </a:lnTo>
                <a:cubicBezTo>
                  <a:pt x="1141707" y="6378754"/>
                  <a:pt x="1140844" y="6381802"/>
                  <a:pt x="1139320" y="6383767"/>
                </a:cubicBezTo>
                <a:cubicBezTo>
                  <a:pt x="1137796" y="6385731"/>
                  <a:pt x="1135730" y="6387102"/>
                  <a:pt x="1133122" y="6387881"/>
                </a:cubicBezTo>
                <a:cubicBezTo>
                  <a:pt x="1130514" y="6388660"/>
                  <a:pt x="1127416" y="6389490"/>
                  <a:pt x="1123826" y="6390370"/>
                </a:cubicBezTo>
                <a:lnTo>
                  <a:pt x="1123826" y="6396162"/>
                </a:lnTo>
                <a:lnTo>
                  <a:pt x="1139980" y="6396162"/>
                </a:lnTo>
                <a:lnTo>
                  <a:pt x="1139980" y="6468806"/>
                </a:lnTo>
                <a:cubicBezTo>
                  <a:pt x="1139980" y="6473208"/>
                  <a:pt x="1141115" y="6476900"/>
                  <a:pt x="1143384" y="6479880"/>
                </a:cubicBezTo>
                <a:cubicBezTo>
                  <a:pt x="1145653" y="6482861"/>
                  <a:pt x="1148701" y="6485130"/>
                  <a:pt x="1152528" y="6486687"/>
                </a:cubicBezTo>
                <a:cubicBezTo>
                  <a:pt x="1156355" y="6488245"/>
                  <a:pt x="1160707" y="6489024"/>
                  <a:pt x="1165583" y="6489024"/>
                </a:cubicBezTo>
                <a:cubicBezTo>
                  <a:pt x="1169580" y="6489024"/>
                  <a:pt x="1173322" y="6488449"/>
                  <a:pt x="1176810" y="6487297"/>
                </a:cubicBezTo>
                <a:cubicBezTo>
                  <a:pt x="1180298" y="6486145"/>
                  <a:pt x="1183346" y="6484842"/>
                  <a:pt x="1185955" y="6483385"/>
                </a:cubicBezTo>
                <a:cubicBezTo>
                  <a:pt x="1188562" y="6481929"/>
                  <a:pt x="1190509" y="6480794"/>
                  <a:pt x="1191796" y="6479982"/>
                </a:cubicBezTo>
                <a:lnTo>
                  <a:pt x="1191796" y="6474089"/>
                </a:lnTo>
                <a:lnTo>
                  <a:pt x="1190374" y="6474089"/>
                </a:lnTo>
                <a:cubicBezTo>
                  <a:pt x="1189222" y="6474698"/>
                  <a:pt x="1187190" y="6475393"/>
                  <a:pt x="1184278" y="6476171"/>
                </a:cubicBezTo>
                <a:cubicBezTo>
                  <a:pt x="1181365" y="6476950"/>
                  <a:pt x="1178791" y="6477340"/>
                  <a:pt x="1176556" y="6477340"/>
                </a:cubicBezTo>
                <a:cubicBezTo>
                  <a:pt x="1174456" y="6477340"/>
                  <a:pt x="1171899" y="6476950"/>
                  <a:pt x="1168885" y="6476171"/>
                </a:cubicBezTo>
                <a:cubicBezTo>
                  <a:pt x="1165871" y="6475393"/>
                  <a:pt x="1163230" y="6474156"/>
                  <a:pt x="1160961" y="6472463"/>
                </a:cubicBezTo>
                <a:cubicBezTo>
                  <a:pt x="1158691" y="6470770"/>
                  <a:pt x="1157557" y="6468535"/>
                  <a:pt x="1157557" y="6465757"/>
                </a:cubicBezTo>
                <a:lnTo>
                  <a:pt x="1157557" y="6396162"/>
                </a:lnTo>
                <a:lnTo>
                  <a:pt x="1190476" y="6396162"/>
                </a:lnTo>
                <a:lnTo>
                  <a:pt x="1193015" y="6387424"/>
                </a:lnTo>
                <a:lnTo>
                  <a:pt x="1157557" y="6387424"/>
                </a:lnTo>
                <a:close/>
                <a:moveTo>
                  <a:pt x="2984147" y="6354404"/>
                </a:moveTo>
                <a:lnTo>
                  <a:pt x="2998066" y="6354404"/>
                </a:lnTo>
                <a:cubicBezTo>
                  <a:pt x="3008768" y="6354404"/>
                  <a:pt x="3017015" y="6356826"/>
                  <a:pt x="3022806" y="6361668"/>
                </a:cubicBezTo>
                <a:cubicBezTo>
                  <a:pt x="3028597" y="6366511"/>
                  <a:pt x="3031492" y="6374284"/>
                  <a:pt x="3031492" y="6384986"/>
                </a:cubicBezTo>
                <a:cubicBezTo>
                  <a:pt x="3031492" y="6390269"/>
                  <a:pt x="3030358" y="6395264"/>
                  <a:pt x="3028089" y="6399971"/>
                </a:cubicBezTo>
                <a:cubicBezTo>
                  <a:pt x="3025820" y="6404679"/>
                  <a:pt x="3022366" y="6408455"/>
                  <a:pt x="3017726" y="6411300"/>
                </a:cubicBezTo>
                <a:cubicBezTo>
                  <a:pt x="3013086" y="6414145"/>
                  <a:pt x="3007210" y="6415568"/>
                  <a:pt x="3000098" y="6415568"/>
                </a:cubicBezTo>
                <a:cubicBezTo>
                  <a:pt x="2998744" y="6415568"/>
                  <a:pt x="2996864" y="6415516"/>
                  <a:pt x="2994459" y="6415415"/>
                </a:cubicBezTo>
                <a:cubicBezTo>
                  <a:pt x="2992055" y="6415313"/>
                  <a:pt x="2989786" y="6415161"/>
                  <a:pt x="2987652" y="6414958"/>
                </a:cubicBezTo>
                <a:lnTo>
                  <a:pt x="2984147" y="6414352"/>
                </a:lnTo>
                <a:close/>
                <a:moveTo>
                  <a:pt x="517172" y="6354404"/>
                </a:moveTo>
                <a:lnTo>
                  <a:pt x="529872" y="6354404"/>
                </a:lnTo>
                <a:cubicBezTo>
                  <a:pt x="541116" y="6354404"/>
                  <a:pt x="549498" y="6356775"/>
                  <a:pt x="555018" y="6361516"/>
                </a:cubicBezTo>
                <a:cubicBezTo>
                  <a:pt x="560539" y="6366257"/>
                  <a:pt x="563299" y="6373979"/>
                  <a:pt x="563299" y="6384681"/>
                </a:cubicBezTo>
                <a:cubicBezTo>
                  <a:pt x="563299" y="6392809"/>
                  <a:pt x="560606" y="6399193"/>
                  <a:pt x="555221" y="6403832"/>
                </a:cubicBezTo>
                <a:cubicBezTo>
                  <a:pt x="549837" y="6408472"/>
                  <a:pt x="540337" y="6410792"/>
                  <a:pt x="526723" y="6410792"/>
                </a:cubicBezTo>
                <a:lnTo>
                  <a:pt x="517172" y="6410792"/>
                </a:lnTo>
                <a:close/>
                <a:moveTo>
                  <a:pt x="3694306" y="6351051"/>
                </a:moveTo>
                <a:cubicBezTo>
                  <a:pt x="3699995" y="6351051"/>
                  <a:pt x="3704567" y="6352812"/>
                  <a:pt x="3708022" y="6356335"/>
                </a:cubicBezTo>
                <a:cubicBezTo>
                  <a:pt x="3711476" y="6359856"/>
                  <a:pt x="3713203" y="6364801"/>
                  <a:pt x="3713203" y="6371168"/>
                </a:cubicBezTo>
                <a:cubicBezTo>
                  <a:pt x="3713203" y="6377535"/>
                  <a:pt x="3711882" y="6383496"/>
                  <a:pt x="3709241" y="6389049"/>
                </a:cubicBezTo>
                <a:cubicBezTo>
                  <a:pt x="3706599" y="6394604"/>
                  <a:pt x="3701485" y="6399548"/>
                  <a:pt x="3693899" y="6403883"/>
                </a:cubicBezTo>
                <a:cubicBezTo>
                  <a:pt x="3686787" y="6397110"/>
                  <a:pt x="3681877" y="6391420"/>
                  <a:pt x="3679167" y="6386815"/>
                </a:cubicBezTo>
                <a:cubicBezTo>
                  <a:pt x="3676458" y="6382209"/>
                  <a:pt x="3675103" y="6377129"/>
                  <a:pt x="3675103" y="6371574"/>
                </a:cubicBezTo>
                <a:cubicBezTo>
                  <a:pt x="3675103" y="6365817"/>
                  <a:pt x="3676949" y="6360957"/>
                  <a:pt x="3680640" y="6356995"/>
                </a:cubicBezTo>
                <a:cubicBezTo>
                  <a:pt x="3684332" y="6353032"/>
                  <a:pt x="3688887" y="6351051"/>
                  <a:pt x="3694306" y="6351051"/>
                </a:cubicBezTo>
                <a:close/>
                <a:moveTo>
                  <a:pt x="3842616" y="6346175"/>
                </a:moveTo>
                <a:lnTo>
                  <a:pt x="3842616" y="6351457"/>
                </a:lnTo>
                <a:lnTo>
                  <a:pt x="3857450" y="6354506"/>
                </a:lnTo>
                <a:cubicBezTo>
                  <a:pt x="3858737" y="6354776"/>
                  <a:pt x="3859820" y="6355437"/>
                  <a:pt x="3860701" y="6356487"/>
                </a:cubicBezTo>
                <a:cubicBezTo>
                  <a:pt x="3861582" y="6357537"/>
                  <a:pt x="3862022" y="6358841"/>
                  <a:pt x="3862022" y="6360398"/>
                </a:cubicBezTo>
                <a:lnTo>
                  <a:pt x="3862022" y="6467282"/>
                </a:lnTo>
                <a:cubicBezTo>
                  <a:pt x="3862022" y="6476561"/>
                  <a:pt x="3861870" y="6484588"/>
                  <a:pt x="3861564" y="6491361"/>
                </a:cubicBezTo>
                <a:cubicBezTo>
                  <a:pt x="3861260" y="6498134"/>
                  <a:pt x="3860464" y="6503180"/>
                  <a:pt x="3859177" y="6506499"/>
                </a:cubicBezTo>
                <a:cubicBezTo>
                  <a:pt x="3858432" y="6508464"/>
                  <a:pt x="3857145" y="6509987"/>
                  <a:pt x="3855316" y="6511071"/>
                </a:cubicBezTo>
                <a:cubicBezTo>
                  <a:pt x="3853488" y="6512155"/>
                  <a:pt x="3850846" y="6512697"/>
                  <a:pt x="3847391" y="6512697"/>
                </a:cubicBezTo>
                <a:cubicBezTo>
                  <a:pt x="3844750" y="6512697"/>
                  <a:pt x="3842074" y="6512291"/>
                  <a:pt x="3839365" y="6511477"/>
                </a:cubicBezTo>
                <a:cubicBezTo>
                  <a:pt x="3836656" y="6510665"/>
                  <a:pt x="3834031" y="6509632"/>
                  <a:pt x="3831491" y="6508379"/>
                </a:cubicBezTo>
                <a:cubicBezTo>
                  <a:pt x="3828951" y="6507126"/>
                  <a:pt x="3826564" y="6505856"/>
                  <a:pt x="3824328" y="6504569"/>
                </a:cubicBezTo>
                <a:lnTo>
                  <a:pt x="3821890" y="6504569"/>
                </a:lnTo>
                <a:lnTo>
                  <a:pt x="3818842" y="6522247"/>
                </a:lnTo>
                <a:cubicBezTo>
                  <a:pt x="3820603" y="6522992"/>
                  <a:pt x="3822601" y="6523687"/>
                  <a:pt x="3824836" y="6524330"/>
                </a:cubicBezTo>
                <a:cubicBezTo>
                  <a:pt x="3827071" y="6524974"/>
                  <a:pt x="3829272" y="6525482"/>
                  <a:pt x="3831440" y="6525854"/>
                </a:cubicBezTo>
                <a:cubicBezTo>
                  <a:pt x="3833608" y="6526226"/>
                  <a:pt x="3835470" y="6526413"/>
                  <a:pt x="3837028" y="6526413"/>
                </a:cubicBezTo>
                <a:cubicBezTo>
                  <a:pt x="3844953" y="6526413"/>
                  <a:pt x="3852251" y="6524245"/>
                  <a:pt x="3858923" y="6519911"/>
                </a:cubicBezTo>
                <a:cubicBezTo>
                  <a:pt x="3865595" y="6515575"/>
                  <a:pt x="3870946" y="6509344"/>
                  <a:pt x="3874976" y="6501216"/>
                </a:cubicBezTo>
                <a:cubicBezTo>
                  <a:pt x="3879006" y="6493088"/>
                  <a:pt x="3881021" y="6483301"/>
                  <a:pt x="3881021" y="6471854"/>
                </a:cubicBezTo>
                <a:lnTo>
                  <a:pt x="3881021" y="6360398"/>
                </a:lnTo>
                <a:cubicBezTo>
                  <a:pt x="3881021" y="6358908"/>
                  <a:pt x="3881461" y="6357622"/>
                  <a:pt x="3882342" y="6356537"/>
                </a:cubicBezTo>
                <a:cubicBezTo>
                  <a:pt x="3883222" y="6355454"/>
                  <a:pt x="3884306" y="6354776"/>
                  <a:pt x="3885593" y="6354506"/>
                </a:cubicBezTo>
                <a:lnTo>
                  <a:pt x="3898903" y="6351457"/>
                </a:lnTo>
                <a:lnTo>
                  <a:pt x="3898903" y="6346175"/>
                </a:lnTo>
                <a:close/>
                <a:moveTo>
                  <a:pt x="2947368" y="6346175"/>
                </a:moveTo>
                <a:lnTo>
                  <a:pt x="2947368" y="6351457"/>
                </a:lnTo>
                <a:lnTo>
                  <a:pt x="2960779" y="6354506"/>
                </a:lnTo>
                <a:cubicBezTo>
                  <a:pt x="2962066" y="6354776"/>
                  <a:pt x="2963150" y="6355437"/>
                  <a:pt x="2964030" y="6356487"/>
                </a:cubicBezTo>
                <a:cubicBezTo>
                  <a:pt x="2964911" y="6357537"/>
                  <a:pt x="2965351" y="6358841"/>
                  <a:pt x="2965351" y="6360398"/>
                </a:cubicBezTo>
                <a:lnTo>
                  <a:pt x="2965351" y="6472971"/>
                </a:lnTo>
                <a:cubicBezTo>
                  <a:pt x="2965351" y="6474462"/>
                  <a:pt x="2964911" y="6475714"/>
                  <a:pt x="2964030" y="6476731"/>
                </a:cubicBezTo>
                <a:cubicBezTo>
                  <a:pt x="2963150" y="6477746"/>
                  <a:pt x="2962066" y="6478424"/>
                  <a:pt x="2960779" y="6478763"/>
                </a:cubicBezTo>
                <a:lnTo>
                  <a:pt x="2947368" y="6481912"/>
                </a:lnTo>
                <a:lnTo>
                  <a:pt x="2947368" y="6487195"/>
                </a:lnTo>
                <a:lnTo>
                  <a:pt x="3003654" y="6487195"/>
                </a:lnTo>
                <a:lnTo>
                  <a:pt x="3003654" y="6481912"/>
                </a:lnTo>
                <a:lnTo>
                  <a:pt x="2988516" y="6478763"/>
                </a:lnTo>
                <a:cubicBezTo>
                  <a:pt x="2987094" y="6478492"/>
                  <a:pt x="2986010" y="6477848"/>
                  <a:pt x="2985264" y="6476832"/>
                </a:cubicBezTo>
                <a:cubicBezTo>
                  <a:pt x="2984520" y="6475816"/>
                  <a:pt x="2984147" y="6474529"/>
                  <a:pt x="2984147" y="6472971"/>
                </a:cubicBezTo>
                <a:lnTo>
                  <a:pt x="2984147" y="6421553"/>
                </a:lnTo>
                <a:lnTo>
                  <a:pt x="3001104" y="6424843"/>
                </a:lnTo>
                <a:lnTo>
                  <a:pt x="3036979" y="6474394"/>
                </a:lnTo>
                <a:cubicBezTo>
                  <a:pt x="3039214" y="6477442"/>
                  <a:pt x="3041144" y="6479914"/>
                  <a:pt x="3042770" y="6481811"/>
                </a:cubicBezTo>
                <a:cubicBezTo>
                  <a:pt x="3044396" y="6483707"/>
                  <a:pt x="3046360" y="6485078"/>
                  <a:pt x="3048663" y="6485925"/>
                </a:cubicBezTo>
                <a:cubicBezTo>
                  <a:pt x="3050966" y="6486772"/>
                  <a:pt x="3054183" y="6487195"/>
                  <a:pt x="3058315" y="6487195"/>
                </a:cubicBezTo>
                <a:lnTo>
                  <a:pt x="3080260" y="6487195"/>
                </a:lnTo>
                <a:lnTo>
                  <a:pt x="3080260" y="6481912"/>
                </a:lnTo>
                <a:lnTo>
                  <a:pt x="3068170" y="6479067"/>
                </a:lnTo>
                <a:cubicBezTo>
                  <a:pt x="3066545" y="6478661"/>
                  <a:pt x="3064733" y="6477611"/>
                  <a:pt x="3062734" y="6475918"/>
                </a:cubicBezTo>
                <a:cubicBezTo>
                  <a:pt x="3060736" y="6474224"/>
                  <a:pt x="3059128" y="6472565"/>
                  <a:pt x="3057909" y="6470939"/>
                </a:cubicBezTo>
                <a:lnTo>
                  <a:pt x="3019533" y="6420235"/>
                </a:lnTo>
                <a:lnTo>
                  <a:pt x="3033372" y="6414196"/>
                </a:lnTo>
                <a:cubicBezTo>
                  <a:pt x="3038486" y="6410978"/>
                  <a:pt x="3042787" y="6406626"/>
                  <a:pt x="3046275" y="6401140"/>
                </a:cubicBezTo>
                <a:cubicBezTo>
                  <a:pt x="3049764" y="6395654"/>
                  <a:pt x="3051508" y="6389049"/>
                  <a:pt x="3051508" y="6381328"/>
                </a:cubicBezTo>
                <a:cubicBezTo>
                  <a:pt x="3051508" y="6377061"/>
                  <a:pt x="3050796" y="6372861"/>
                  <a:pt x="3049374" y="6368730"/>
                </a:cubicBezTo>
                <a:cubicBezTo>
                  <a:pt x="3047952" y="6364598"/>
                  <a:pt x="3045378" y="6360839"/>
                  <a:pt x="3041653" y="6357452"/>
                </a:cubicBezTo>
                <a:cubicBezTo>
                  <a:pt x="3037927" y="6354065"/>
                  <a:pt x="3032712" y="6351339"/>
                  <a:pt x="3026006" y="6349273"/>
                </a:cubicBezTo>
                <a:cubicBezTo>
                  <a:pt x="3019300" y="6347207"/>
                  <a:pt x="3010698" y="6346175"/>
                  <a:pt x="3000200" y="6346175"/>
                </a:cubicBezTo>
                <a:close/>
                <a:moveTo>
                  <a:pt x="480393" y="6346175"/>
                </a:moveTo>
                <a:lnTo>
                  <a:pt x="480393" y="6351457"/>
                </a:lnTo>
                <a:lnTo>
                  <a:pt x="493804" y="6354506"/>
                </a:lnTo>
                <a:cubicBezTo>
                  <a:pt x="495091" y="6354776"/>
                  <a:pt x="496175" y="6355437"/>
                  <a:pt x="497055" y="6356487"/>
                </a:cubicBezTo>
                <a:cubicBezTo>
                  <a:pt x="497936" y="6357537"/>
                  <a:pt x="498376" y="6358841"/>
                  <a:pt x="498376" y="6360398"/>
                </a:cubicBezTo>
                <a:lnTo>
                  <a:pt x="498376" y="6472971"/>
                </a:lnTo>
                <a:cubicBezTo>
                  <a:pt x="498376" y="6474462"/>
                  <a:pt x="497936" y="6475714"/>
                  <a:pt x="497055" y="6476731"/>
                </a:cubicBezTo>
                <a:cubicBezTo>
                  <a:pt x="496175" y="6477746"/>
                  <a:pt x="495091" y="6478424"/>
                  <a:pt x="493804" y="6478763"/>
                </a:cubicBezTo>
                <a:lnTo>
                  <a:pt x="480393" y="6481912"/>
                </a:lnTo>
                <a:lnTo>
                  <a:pt x="480393" y="6487195"/>
                </a:lnTo>
                <a:lnTo>
                  <a:pt x="535460" y="6487195"/>
                </a:lnTo>
                <a:cubicBezTo>
                  <a:pt x="542369" y="6487195"/>
                  <a:pt x="549193" y="6486586"/>
                  <a:pt x="555933" y="6485366"/>
                </a:cubicBezTo>
                <a:cubicBezTo>
                  <a:pt x="562672" y="6484147"/>
                  <a:pt x="568785" y="6482030"/>
                  <a:pt x="574271" y="6479017"/>
                </a:cubicBezTo>
                <a:cubicBezTo>
                  <a:pt x="579758" y="6476002"/>
                  <a:pt x="584144" y="6471854"/>
                  <a:pt x="587429" y="6466570"/>
                </a:cubicBezTo>
                <a:cubicBezTo>
                  <a:pt x="590714" y="6461287"/>
                  <a:pt x="592356" y="6454616"/>
                  <a:pt x="592356" y="6446555"/>
                </a:cubicBezTo>
                <a:cubicBezTo>
                  <a:pt x="592356" y="6439782"/>
                  <a:pt x="590596" y="6433906"/>
                  <a:pt x="587073" y="6428928"/>
                </a:cubicBezTo>
                <a:cubicBezTo>
                  <a:pt x="583551" y="6423949"/>
                  <a:pt x="578810" y="6420054"/>
                  <a:pt x="572850" y="6417244"/>
                </a:cubicBezTo>
                <a:cubicBezTo>
                  <a:pt x="566889" y="6414433"/>
                  <a:pt x="560217" y="6412892"/>
                  <a:pt x="552834" y="6412621"/>
                </a:cubicBezTo>
                <a:lnTo>
                  <a:pt x="552834" y="6412519"/>
                </a:lnTo>
                <a:cubicBezTo>
                  <a:pt x="562046" y="6410081"/>
                  <a:pt x="569395" y="6405848"/>
                  <a:pt x="574881" y="6399819"/>
                </a:cubicBezTo>
                <a:cubicBezTo>
                  <a:pt x="580367" y="6393791"/>
                  <a:pt x="583111" y="6386340"/>
                  <a:pt x="583111" y="6377468"/>
                </a:cubicBezTo>
                <a:cubicBezTo>
                  <a:pt x="583111" y="6372049"/>
                  <a:pt x="581756" y="6366969"/>
                  <a:pt x="579047" y="6362227"/>
                </a:cubicBezTo>
                <a:cubicBezTo>
                  <a:pt x="576337" y="6357486"/>
                  <a:pt x="571325" y="6353625"/>
                  <a:pt x="564010" y="6350645"/>
                </a:cubicBezTo>
                <a:cubicBezTo>
                  <a:pt x="556695" y="6347665"/>
                  <a:pt x="546162" y="6346175"/>
                  <a:pt x="532412" y="6346175"/>
                </a:cubicBezTo>
                <a:close/>
                <a:moveTo>
                  <a:pt x="4245384" y="6343228"/>
                </a:moveTo>
                <a:cubicBezTo>
                  <a:pt x="4232514" y="6343228"/>
                  <a:pt x="4220932" y="6346310"/>
                  <a:pt x="4210637" y="6352474"/>
                </a:cubicBezTo>
                <a:cubicBezTo>
                  <a:pt x="4200341" y="6358637"/>
                  <a:pt x="4192213" y="6367273"/>
                  <a:pt x="4186253" y="6378381"/>
                </a:cubicBezTo>
                <a:cubicBezTo>
                  <a:pt x="4180292" y="6389490"/>
                  <a:pt x="4177312" y="6402359"/>
                  <a:pt x="4177312" y="6416990"/>
                </a:cubicBezTo>
                <a:cubicBezTo>
                  <a:pt x="4177312" y="6432162"/>
                  <a:pt x="4180106" y="6445217"/>
                  <a:pt x="4185694" y="6456156"/>
                </a:cubicBezTo>
                <a:cubicBezTo>
                  <a:pt x="4191282" y="6467095"/>
                  <a:pt x="4199156" y="6475494"/>
                  <a:pt x="4209316" y="6481353"/>
                </a:cubicBezTo>
                <a:cubicBezTo>
                  <a:pt x="4219476" y="6487212"/>
                  <a:pt x="4231431" y="6490141"/>
                  <a:pt x="4245181" y="6490141"/>
                </a:cubicBezTo>
                <a:cubicBezTo>
                  <a:pt x="4251954" y="6490141"/>
                  <a:pt x="4258507" y="6488990"/>
                  <a:pt x="4264840" y="6486687"/>
                </a:cubicBezTo>
                <a:cubicBezTo>
                  <a:pt x="4271174" y="6484384"/>
                  <a:pt x="4276964" y="6481540"/>
                  <a:pt x="4282214" y="6478153"/>
                </a:cubicBezTo>
                <a:cubicBezTo>
                  <a:pt x="4287463" y="6474766"/>
                  <a:pt x="4291950" y="6471515"/>
                  <a:pt x="4295676" y="6468399"/>
                </a:cubicBezTo>
                <a:lnTo>
                  <a:pt x="4295676" y="6458950"/>
                </a:lnTo>
                <a:lnTo>
                  <a:pt x="4293238" y="6458950"/>
                </a:lnTo>
                <a:cubicBezTo>
                  <a:pt x="4290190" y="6461592"/>
                  <a:pt x="4286752" y="6464318"/>
                  <a:pt x="4282925" y="6467129"/>
                </a:cubicBezTo>
                <a:cubicBezTo>
                  <a:pt x="4279098" y="6469940"/>
                  <a:pt x="4274560" y="6472328"/>
                  <a:pt x="4269311" y="6474292"/>
                </a:cubicBezTo>
                <a:cubicBezTo>
                  <a:pt x="4264062" y="6476256"/>
                  <a:pt x="4257881" y="6477238"/>
                  <a:pt x="4250769" y="6477238"/>
                </a:cubicBezTo>
                <a:cubicBezTo>
                  <a:pt x="4233836" y="6477238"/>
                  <a:pt x="4220830" y="6471904"/>
                  <a:pt x="4211754" y="6461236"/>
                </a:cubicBezTo>
                <a:cubicBezTo>
                  <a:pt x="4202678" y="6450568"/>
                  <a:pt x="4198140" y="6434634"/>
                  <a:pt x="4198140" y="6413434"/>
                </a:cubicBezTo>
                <a:cubicBezTo>
                  <a:pt x="4198140" y="6393181"/>
                  <a:pt x="4202102" y="6378009"/>
                  <a:pt x="4210027" y="6367917"/>
                </a:cubicBezTo>
                <a:cubicBezTo>
                  <a:pt x="4217952" y="6357825"/>
                  <a:pt x="4228112" y="6352778"/>
                  <a:pt x="4240507" y="6352778"/>
                </a:cubicBezTo>
                <a:cubicBezTo>
                  <a:pt x="4246061" y="6352778"/>
                  <a:pt x="4251852" y="6353608"/>
                  <a:pt x="4257881" y="6355268"/>
                </a:cubicBezTo>
                <a:cubicBezTo>
                  <a:pt x="4263909" y="6356927"/>
                  <a:pt x="4268989" y="6358908"/>
                  <a:pt x="4273121" y="6361211"/>
                </a:cubicBezTo>
                <a:cubicBezTo>
                  <a:pt x="4274272" y="6361889"/>
                  <a:pt x="4275204" y="6362515"/>
                  <a:pt x="4275915" y="6363091"/>
                </a:cubicBezTo>
                <a:cubicBezTo>
                  <a:pt x="4276626" y="6363667"/>
                  <a:pt x="4277117" y="6364327"/>
                  <a:pt x="4277388" y="6365072"/>
                </a:cubicBezTo>
                <a:lnTo>
                  <a:pt x="4283789" y="6384275"/>
                </a:lnTo>
                <a:lnTo>
                  <a:pt x="4290291" y="6384275"/>
                </a:lnTo>
                <a:lnTo>
                  <a:pt x="4290291" y="6351051"/>
                </a:lnTo>
                <a:cubicBezTo>
                  <a:pt x="4286633" y="6349832"/>
                  <a:pt x="4282163" y="6348630"/>
                  <a:pt x="4276880" y="6347444"/>
                </a:cubicBezTo>
                <a:cubicBezTo>
                  <a:pt x="4271597" y="6346259"/>
                  <a:pt x="4266178" y="6345260"/>
                  <a:pt x="4260624" y="6344447"/>
                </a:cubicBezTo>
                <a:cubicBezTo>
                  <a:pt x="4255070" y="6343635"/>
                  <a:pt x="4249990" y="6343228"/>
                  <a:pt x="4245384" y="6343228"/>
                </a:cubicBezTo>
                <a:close/>
                <a:moveTo>
                  <a:pt x="3694610" y="6343025"/>
                </a:moveTo>
                <a:cubicBezTo>
                  <a:pt x="3689124" y="6343025"/>
                  <a:pt x="3683502" y="6344295"/>
                  <a:pt x="3677745" y="6346835"/>
                </a:cubicBezTo>
                <a:cubicBezTo>
                  <a:pt x="3671988" y="6349375"/>
                  <a:pt x="3667144" y="6352965"/>
                  <a:pt x="3663216" y="6357604"/>
                </a:cubicBezTo>
                <a:cubicBezTo>
                  <a:pt x="3659287" y="6362244"/>
                  <a:pt x="3657323" y="6367781"/>
                  <a:pt x="3657323" y="6374216"/>
                </a:cubicBezTo>
                <a:cubicBezTo>
                  <a:pt x="3657323" y="6377806"/>
                  <a:pt x="3657797" y="6381311"/>
                  <a:pt x="3658746" y="6384732"/>
                </a:cubicBezTo>
                <a:cubicBezTo>
                  <a:pt x="3659694" y="6388152"/>
                  <a:pt x="3661641" y="6391928"/>
                  <a:pt x="3664588" y="6396060"/>
                </a:cubicBezTo>
                <a:cubicBezTo>
                  <a:pt x="3667534" y="6400192"/>
                  <a:pt x="3672022" y="6405102"/>
                  <a:pt x="3678050" y="6410792"/>
                </a:cubicBezTo>
                <a:lnTo>
                  <a:pt x="3655901" y="6425423"/>
                </a:lnTo>
                <a:cubicBezTo>
                  <a:pt x="3652853" y="6429080"/>
                  <a:pt x="3650279" y="6433500"/>
                  <a:pt x="3648179" y="6438681"/>
                </a:cubicBezTo>
                <a:cubicBezTo>
                  <a:pt x="3646080" y="6443863"/>
                  <a:pt x="3645030" y="6448689"/>
                  <a:pt x="3645030" y="6453159"/>
                </a:cubicBezTo>
                <a:cubicBezTo>
                  <a:pt x="3645030" y="6460881"/>
                  <a:pt x="3646909" y="6467519"/>
                  <a:pt x="3650668" y="6473073"/>
                </a:cubicBezTo>
                <a:cubicBezTo>
                  <a:pt x="3654428" y="6478627"/>
                  <a:pt x="3659406" y="6482894"/>
                  <a:pt x="3665604" y="6485874"/>
                </a:cubicBezTo>
                <a:cubicBezTo>
                  <a:pt x="3671801" y="6488855"/>
                  <a:pt x="3678524" y="6490345"/>
                  <a:pt x="3685771" y="6490345"/>
                </a:cubicBezTo>
                <a:cubicBezTo>
                  <a:pt x="3691799" y="6490345"/>
                  <a:pt x="3697489" y="6489414"/>
                  <a:pt x="3702840" y="6487551"/>
                </a:cubicBezTo>
                <a:cubicBezTo>
                  <a:pt x="3708191" y="6485688"/>
                  <a:pt x="3713305" y="6482979"/>
                  <a:pt x="3718182" y="6479423"/>
                </a:cubicBezTo>
                <a:cubicBezTo>
                  <a:pt x="3723058" y="6475867"/>
                  <a:pt x="3727664" y="6471583"/>
                  <a:pt x="3731999" y="6466570"/>
                </a:cubicBezTo>
                <a:lnTo>
                  <a:pt x="3739619" y="6474902"/>
                </a:lnTo>
                <a:cubicBezTo>
                  <a:pt x="3742735" y="6478221"/>
                  <a:pt x="3745258" y="6480778"/>
                  <a:pt x="3747188" y="6482572"/>
                </a:cubicBezTo>
                <a:cubicBezTo>
                  <a:pt x="3749119" y="6484367"/>
                  <a:pt x="3751219" y="6485587"/>
                  <a:pt x="3753488" y="6486230"/>
                </a:cubicBezTo>
                <a:cubicBezTo>
                  <a:pt x="3755757" y="6486874"/>
                  <a:pt x="3758856" y="6487195"/>
                  <a:pt x="3762784" y="6487195"/>
                </a:cubicBezTo>
                <a:lnTo>
                  <a:pt x="3783917" y="6487195"/>
                </a:lnTo>
                <a:lnTo>
                  <a:pt x="3783917" y="6481912"/>
                </a:lnTo>
                <a:lnTo>
                  <a:pt x="3771014" y="6478965"/>
                </a:lnTo>
                <a:cubicBezTo>
                  <a:pt x="3769252" y="6478492"/>
                  <a:pt x="3767238" y="6477306"/>
                  <a:pt x="3764968" y="6475410"/>
                </a:cubicBezTo>
                <a:cubicBezTo>
                  <a:pt x="3762699" y="6473513"/>
                  <a:pt x="3760854" y="6471887"/>
                  <a:pt x="3759431" y="6470533"/>
                </a:cubicBezTo>
                <a:lnTo>
                  <a:pt x="3742566" y="6453870"/>
                </a:lnTo>
                <a:cubicBezTo>
                  <a:pt x="3746359" y="6448722"/>
                  <a:pt x="3749864" y="6443592"/>
                  <a:pt x="3753081" y="6438478"/>
                </a:cubicBezTo>
                <a:cubicBezTo>
                  <a:pt x="3756298" y="6433364"/>
                  <a:pt x="3759499" y="6427556"/>
                  <a:pt x="3762682" y="6421054"/>
                </a:cubicBezTo>
                <a:cubicBezTo>
                  <a:pt x="3763495" y="6419496"/>
                  <a:pt x="3764410" y="6418158"/>
                  <a:pt x="3765426" y="6417041"/>
                </a:cubicBezTo>
                <a:cubicBezTo>
                  <a:pt x="3766442" y="6415923"/>
                  <a:pt x="3767627" y="6415195"/>
                  <a:pt x="3768982" y="6414856"/>
                </a:cubicBezTo>
                <a:lnTo>
                  <a:pt x="3780869" y="6412113"/>
                </a:lnTo>
                <a:lnTo>
                  <a:pt x="3780869" y="6406830"/>
                </a:lnTo>
                <a:lnTo>
                  <a:pt x="3731390" y="6406830"/>
                </a:lnTo>
                <a:lnTo>
                  <a:pt x="3731390" y="6412113"/>
                </a:lnTo>
                <a:lnTo>
                  <a:pt x="3749678" y="6416583"/>
                </a:lnTo>
                <a:cubicBezTo>
                  <a:pt x="3749610" y="6418344"/>
                  <a:pt x="3749119" y="6421003"/>
                  <a:pt x="3748204" y="6424559"/>
                </a:cubicBezTo>
                <a:cubicBezTo>
                  <a:pt x="3747290" y="6428115"/>
                  <a:pt x="3745918" y="6432010"/>
                  <a:pt x="3744090" y="6436243"/>
                </a:cubicBezTo>
                <a:cubicBezTo>
                  <a:pt x="3742261" y="6440476"/>
                  <a:pt x="3739958" y="6444523"/>
                  <a:pt x="3737181" y="6448384"/>
                </a:cubicBezTo>
                <a:lnTo>
                  <a:pt x="3699182" y="6409674"/>
                </a:lnTo>
                <a:lnTo>
                  <a:pt x="3721839" y="6395247"/>
                </a:lnTo>
                <a:cubicBezTo>
                  <a:pt x="3724142" y="6392132"/>
                  <a:pt x="3726090" y="6388423"/>
                  <a:pt x="3727681" y="6384122"/>
                </a:cubicBezTo>
                <a:cubicBezTo>
                  <a:pt x="3729273" y="6379821"/>
                  <a:pt x="3730069" y="6375198"/>
                  <a:pt x="3730069" y="6370253"/>
                </a:cubicBezTo>
                <a:cubicBezTo>
                  <a:pt x="3730069" y="6365038"/>
                  <a:pt x="3728528" y="6360381"/>
                  <a:pt x="3725446" y="6356284"/>
                </a:cubicBezTo>
                <a:cubicBezTo>
                  <a:pt x="3722364" y="6352186"/>
                  <a:pt x="3718148" y="6348951"/>
                  <a:pt x="3712797" y="6346581"/>
                </a:cubicBezTo>
                <a:cubicBezTo>
                  <a:pt x="3707446" y="6344210"/>
                  <a:pt x="3701384" y="6343025"/>
                  <a:pt x="3694610" y="6343025"/>
                </a:cubicBezTo>
                <a:close/>
                <a:moveTo>
                  <a:pt x="2208914" y="6343025"/>
                </a:moveTo>
                <a:cubicBezTo>
                  <a:pt x="2200379" y="6343025"/>
                  <a:pt x="2192692" y="6344854"/>
                  <a:pt x="2185850" y="6348511"/>
                </a:cubicBezTo>
                <a:cubicBezTo>
                  <a:pt x="2179009" y="6352169"/>
                  <a:pt x="2173608" y="6357130"/>
                  <a:pt x="2169645" y="6363396"/>
                </a:cubicBezTo>
                <a:cubicBezTo>
                  <a:pt x="2165683" y="6369661"/>
                  <a:pt x="2163702" y="6376654"/>
                  <a:pt x="2163702" y="6384376"/>
                </a:cubicBezTo>
                <a:cubicBezTo>
                  <a:pt x="2163702" y="6392572"/>
                  <a:pt x="2165835" y="6399565"/>
                  <a:pt x="2170102" y="6405357"/>
                </a:cubicBezTo>
                <a:cubicBezTo>
                  <a:pt x="2174370" y="6411147"/>
                  <a:pt x="2180330" y="6415601"/>
                  <a:pt x="2187984" y="6418717"/>
                </a:cubicBezTo>
                <a:cubicBezTo>
                  <a:pt x="2193064" y="6420749"/>
                  <a:pt x="2198195" y="6422358"/>
                  <a:pt x="2203376" y="6423543"/>
                </a:cubicBezTo>
                <a:cubicBezTo>
                  <a:pt x="2208558" y="6424728"/>
                  <a:pt x="2213756" y="6426405"/>
                  <a:pt x="2218972" y="6428572"/>
                </a:cubicBezTo>
                <a:cubicBezTo>
                  <a:pt x="2224797" y="6431078"/>
                  <a:pt x="2229420" y="6434295"/>
                  <a:pt x="2232840" y="6438224"/>
                </a:cubicBezTo>
                <a:cubicBezTo>
                  <a:pt x="2236261" y="6442153"/>
                  <a:pt x="2237971" y="6447232"/>
                  <a:pt x="2237971" y="6453464"/>
                </a:cubicBezTo>
                <a:cubicBezTo>
                  <a:pt x="2237971" y="6462134"/>
                  <a:pt x="2235330" y="6468839"/>
                  <a:pt x="2230046" y="6473581"/>
                </a:cubicBezTo>
                <a:cubicBezTo>
                  <a:pt x="2224763" y="6478322"/>
                  <a:pt x="2217651" y="6480693"/>
                  <a:pt x="2208710" y="6480693"/>
                </a:cubicBezTo>
                <a:cubicBezTo>
                  <a:pt x="2206001" y="6480693"/>
                  <a:pt x="2202834" y="6480253"/>
                  <a:pt x="2199211" y="6479372"/>
                </a:cubicBezTo>
                <a:cubicBezTo>
                  <a:pt x="2195587" y="6478492"/>
                  <a:pt x="2191896" y="6477256"/>
                  <a:pt x="2188136" y="6475664"/>
                </a:cubicBezTo>
                <a:cubicBezTo>
                  <a:pt x="2184377" y="6474072"/>
                  <a:pt x="2180940" y="6472294"/>
                  <a:pt x="2177824" y="6470330"/>
                </a:cubicBezTo>
                <a:cubicBezTo>
                  <a:pt x="2177079" y="6469855"/>
                  <a:pt x="2176215" y="6469093"/>
                  <a:pt x="2175233" y="6468043"/>
                </a:cubicBezTo>
                <a:cubicBezTo>
                  <a:pt x="2174251" y="6466994"/>
                  <a:pt x="2173591" y="6466063"/>
                  <a:pt x="2173252" y="6465249"/>
                </a:cubicBezTo>
                <a:lnTo>
                  <a:pt x="2165835" y="6444828"/>
                </a:lnTo>
                <a:lnTo>
                  <a:pt x="2159333" y="6444828"/>
                </a:lnTo>
                <a:lnTo>
                  <a:pt x="2161466" y="6481404"/>
                </a:lnTo>
                <a:cubicBezTo>
                  <a:pt x="2166275" y="6482894"/>
                  <a:pt x="2171118" y="6484334"/>
                  <a:pt x="2175995" y="6485722"/>
                </a:cubicBezTo>
                <a:cubicBezTo>
                  <a:pt x="2180872" y="6487111"/>
                  <a:pt x="2185630" y="6488245"/>
                  <a:pt x="2190270" y="6489126"/>
                </a:cubicBezTo>
                <a:cubicBezTo>
                  <a:pt x="2194910" y="6490006"/>
                  <a:pt x="2199262" y="6490447"/>
                  <a:pt x="2203326" y="6490447"/>
                </a:cubicBezTo>
                <a:cubicBezTo>
                  <a:pt x="2215721" y="6490447"/>
                  <a:pt x="2225762" y="6488279"/>
                  <a:pt x="2233450" y="6483944"/>
                </a:cubicBezTo>
                <a:cubicBezTo>
                  <a:pt x="2241138" y="6479609"/>
                  <a:pt x="2246760" y="6474089"/>
                  <a:pt x="2250316" y="6467383"/>
                </a:cubicBezTo>
                <a:cubicBezTo>
                  <a:pt x="2253872" y="6460678"/>
                  <a:pt x="2255650" y="6453735"/>
                  <a:pt x="2255650" y="6446555"/>
                </a:cubicBezTo>
                <a:cubicBezTo>
                  <a:pt x="2255650" y="6439782"/>
                  <a:pt x="2254396" y="6434194"/>
                  <a:pt x="2251890" y="6429791"/>
                </a:cubicBezTo>
                <a:cubicBezTo>
                  <a:pt x="2249384" y="6425388"/>
                  <a:pt x="2246201" y="6421799"/>
                  <a:pt x="2242340" y="6419021"/>
                </a:cubicBezTo>
                <a:cubicBezTo>
                  <a:pt x="2238479" y="6416245"/>
                  <a:pt x="2234415" y="6413976"/>
                  <a:pt x="2230148" y="6412214"/>
                </a:cubicBezTo>
                <a:cubicBezTo>
                  <a:pt x="2224458" y="6409911"/>
                  <a:pt x="2219209" y="6408117"/>
                  <a:pt x="2214400" y="6406830"/>
                </a:cubicBezTo>
                <a:cubicBezTo>
                  <a:pt x="2209591" y="6405543"/>
                  <a:pt x="2204680" y="6404019"/>
                  <a:pt x="2199668" y="6402258"/>
                </a:cubicBezTo>
                <a:cubicBezTo>
                  <a:pt x="2191946" y="6399413"/>
                  <a:pt x="2186782" y="6395535"/>
                  <a:pt x="2184174" y="6390624"/>
                </a:cubicBezTo>
                <a:cubicBezTo>
                  <a:pt x="2181566" y="6385714"/>
                  <a:pt x="2180262" y="6380481"/>
                  <a:pt x="2180262" y="6374927"/>
                </a:cubicBezTo>
                <a:cubicBezTo>
                  <a:pt x="2180262" y="6368492"/>
                  <a:pt x="2182599" y="6363192"/>
                  <a:pt x="2187273" y="6359027"/>
                </a:cubicBezTo>
                <a:cubicBezTo>
                  <a:pt x="2191946" y="6354861"/>
                  <a:pt x="2198415" y="6352778"/>
                  <a:pt x="2206678" y="6352778"/>
                </a:cubicBezTo>
                <a:cubicBezTo>
                  <a:pt x="2208914" y="6352778"/>
                  <a:pt x="2211538" y="6353049"/>
                  <a:pt x="2214552" y="6353591"/>
                </a:cubicBezTo>
                <a:cubicBezTo>
                  <a:pt x="2217566" y="6354133"/>
                  <a:pt x="2220530" y="6354929"/>
                  <a:pt x="2223442" y="6355979"/>
                </a:cubicBezTo>
                <a:cubicBezTo>
                  <a:pt x="2226355" y="6357029"/>
                  <a:pt x="2228827" y="6358299"/>
                  <a:pt x="2230859" y="6359789"/>
                </a:cubicBezTo>
                <a:cubicBezTo>
                  <a:pt x="2231604" y="6360331"/>
                  <a:pt x="2232434" y="6361025"/>
                  <a:pt x="2233348" y="6361871"/>
                </a:cubicBezTo>
                <a:cubicBezTo>
                  <a:pt x="2234263" y="6362718"/>
                  <a:pt x="2234889" y="6363650"/>
                  <a:pt x="2235228" y="6364665"/>
                </a:cubicBezTo>
                <a:lnTo>
                  <a:pt x="2241730" y="6383665"/>
                </a:lnTo>
                <a:lnTo>
                  <a:pt x="2248233" y="6383665"/>
                </a:lnTo>
                <a:lnTo>
                  <a:pt x="2248233" y="6349832"/>
                </a:lnTo>
                <a:cubicBezTo>
                  <a:pt x="2244372" y="6348613"/>
                  <a:pt x="2240325" y="6347496"/>
                  <a:pt x="2236092" y="6346479"/>
                </a:cubicBezTo>
                <a:cubicBezTo>
                  <a:pt x="2231858" y="6345463"/>
                  <a:pt x="2227473" y="6344633"/>
                  <a:pt x="2222934" y="6343990"/>
                </a:cubicBezTo>
                <a:cubicBezTo>
                  <a:pt x="2218396" y="6343346"/>
                  <a:pt x="2213723" y="6343025"/>
                  <a:pt x="2208914" y="6343025"/>
                </a:cubicBezTo>
                <a:close/>
                <a:moveTo>
                  <a:pt x="3332686" y="6336726"/>
                </a:moveTo>
                <a:cubicBezTo>
                  <a:pt x="3329231" y="6336726"/>
                  <a:pt x="3326251" y="6337911"/>
                  <a:pt x="3323745" y="6340281"/>
                </a:cubicBezTo>
                <a:cubicBezTo>
                  <a:pt x="3321239" y="6342652"/>
                  <a:pt x="3319986" y="6345633"/>
                  <a:pt x="3319986" y="6349222"/>
                </a:cubicBezTo>
                <a:cubicBezTo>
                  <a:pt x="3319986" y="6351593"/>
                  <a:pt x="3320562" y="6353710"/>
                  <a:pt x="3321713" y="6355572"/>
                </a:cubicBezTo>
                <a:cubicBezTo>
                  <a:pt x="3322864" y="6357435"/>
                  <a:pt x="3324406" y="6358908"/>
                  <a:pt x="3326336" y="6359992"/>
                </a:cubicBezTo>
                <a:cubicBezTo>
                  <a:pt x="3328266" y="6361076"/>
                  <a:pt x="3330383" y="6361618"/>
                  <a:pt x="3332686" y="6361618"/>
                </a:cubicBezTo>
                <a:cubicBezTo>
                  <a:pt x="3335124" y="6361618"/>
                  <a:pt x="3337326" y="6361076"/>
                  <a:pt x="3339290" y="6359992"/>
                </a:cubicBezTo>
                <a:cubicBezTo>
                  <a:pt x="3341254" y="6358908"/>
                  <a:pt x="3342812" y="6357418"/>
                  <a:pt x="3343964" y="6355522"/>
                </a:cubicBezTo>
                <a:cubicBezTo>
                  <a:pt x="3345115" y="6353625"/>
                  <a:pt x="3345690" y="6351457"/>
                  <a:pt x="3345690" y="6349019"/>
                </a:cubicBezTo>
                <a:cubicBezTo>
                  <a:pt x="3345690" y="6345497"/>
                  <a:pt x="3344438" y="6342568"/>
                  <a:pt x="3341932" y="6340231"/>
                </a:cubicBezTo>
                <a:cubicBezTo>
                  <a:pt x="3339425" y="6337894"/>
                  <a:pt x="3336344" y="6336726"/>
                  <a:pt x="3332686" y="6336726"/>
                </a:cubicBezTo>
                <a:close/>
                <a:moveTo>
                  <a:pt x="4340228" y="6333068"/>
                </a:moveTo>
                <a:lnTo>
                  <a:pt x="4306801" y="6339774"/>
                </a:lnTo>
                <a:lnTo>
                  <a:pt x="4306801" y="6343329"/>
                </a:lnTo>
                <a:lnTo>
                  <a:pt x="4316758" y="6347089"/>
                </a:lnTo>
                <a:cubicBezTo>
                  <a:pt x="4318858" y="6347902"/>
                  <a:pt x="4320365" y="6348867"/>
                  <a:pt x="4321279" y="6349984"/>
                </a:cubicBezTo>
                <a:cubicBezTo>
                  <a:pt x="4322194" y="6351102"/>
                  <a:pt x="4322651" y="6352541"/>
                  <a:pt x="4322651" y="6354303"/>
                </a:cubicBezTo>
                <a:lnTo>
                  <a:pt x="4322651" y="6473784"/>
                </a:lnTo>
                <a:cubicBezTo>
                  <a:pt x="4322651" y="6475274"/>
                  <a:pt x="4322261" y="6476477"/>
                  <a:pt x="4321482" y="6477391"/>
                </a:cubicBezTo>
                <a:cubicBezTo>
                  <a:pt x="4320703" y="6478305"/>
                  <a:pt x="4319602" y="6478965"/>
                  <a:pt x="4318180" y="6479372"/>
                </a:cubicBezTo>
                <a:lnTo>
                  <a:pt x="4307004" y="6482115"/>
                </a:lnTo>
                <a:lnTo>
                  <a:pt x="4307004" y="6487195"/>
                </a:lnTo>
                <a:lnTo>
                  <a:pt x="4354452" y="6487195"/>
                </a:lnTo>
                <a:lnTo>
                  <a:pt x="4354452" y="6482115"/>
                </a:lnTo>
                <a:lnTo>
                  <a:pt x="4344698" y="6479372"/>
                </a:lnTo>
                <a:cubicBezTo>
                  <a:pt x="4343411" y="6478965"/>
                  <a:pt x="4342344" y="6478305"/>
                  <a:pt x="4341498" y="6477391"/>
                </a:cubicBezTo>
                <a:cubicBezTo>
                  <a:pt x="4340651" y="6476477"/>
                  <a:pt x="4340228" y="6475240"/>
                  <a:pt x="4340228" y="6473683"/>
                </a:cubicBezTo>
                <a:lnTo>
                  <a:pt x="4340228" y="6406728"/>
                </a:lnTo>
                <a:cubicBezTo>
                  <a:pt x="4343276" y="6402867"/>
                  <a:pt x="4347052" y="6400124"/>
                  <a:pt x="4351556" y="6398498"/>
                </a:cubicBezTo>
                <a:cubicBezTo>
                  <a:pt x="4356060" y="6396873"/>
                  <a:pt x="4360412" y="6396060"/>
                  <a:pt x="4364612" y="6396060"/>
                </a:cubicBezTo>
                <a:cubicBezTo>
                  <a:pt x="4370911" y="6396060"/>
                  <a:pt x="4375652" y="6397296"/>
                  <a:pt x="4378836" y="6399768"/>
                </a:cubicBezTo>
                <a:cubicBezTo>
                  <a:pt x="4382019" y="6402240"/>
                  <a:pt x="4384170" y="6405712"/>
                  <a:pt x="4385287" y="6410182"/>
                </a:cubicBezTo>
                <a:cubicBezTo>
                  <a:pt x="4386405" y="6414653"/>
                  <a:pt x="4386964" y="6419970"/>
                  <a:pt x="4386964" y="6426134"/>
                </a:cubicBezTo>
                <a:lnTo>
                  <a:pt x="4386964" y="6473276"/>
                </a:lnTo>
                <a:cubicBezTo>
                  <a:pt x="4386964" y="6474969"/>
                  <a:pt x="4386540" y="6476324"/>
                  <a:pt x="4385694" y="6477340"/>
                </a:cubicBezTo>
                <a:cubicBezTo>
                  <a:pt x="4384847" y="6478356"/>
                  <a:pt x="4383814" y="6479033"/>
                  <a:pt x="4382595" y="6479372"/>
                </a:cubicBezTo>
                <a:lnTo>
                  <a:pt x="4371520" y="6482115"/>
                </a:lnTo>
                <a:lnTo>
                  <a:pt x="4371520" y="6487195"/>
                </a:lnTo>
                <a:lnTo>
                  <a:pt x="4419069" y="6487195"/>
                </a:lnTo>
                <a:lnTo>
                  <a:pt x="4419069" y="6482115"/>
                </a:lnTo>
                <a:lnTo>
                  <a:pt x="4409011" y="6479372"/>
                </a:lnTo>
                <a:cubicBezTo>
                  <a:pt x="4407791" y="6478965"/>
                  <a:pt x="4406742" y="6478271"/>
                  <a:pt x="4405861" y="6477289"/>
                </a:cubicBezTo>
                <a:cubicBezTo>
                  <a:pt x="4404980" y="6476307"/>
                  <a:pt x="4404540" y="6474969"/>
                  <a:pt x="4404540" y="6473276"/>
                </a:cubicBezTo>
                <a:lnTo>
                  <a:pt x="4404540" y="6419327"/>
                </a:lnTo>
                <a:cubicBezTo>
                  <a:pt x="4404540" y="6410995"/>
                  <a:pt x="4403101" y="6404222"/>
                  <a:pt x="4400222" y="6399006"/>
                </a:cubicBezTo>
                <a:cubicBezTo>
                  <a:pt x="4397344" y="6393791"/>
                  <a:pt x="4393449" y="6389981"/>
                  <a:pt x="4388538" y="6387576"/>
                </a:cubicBezTo>
                <a:cubicBezTo>
                  <a:pt x="4383628" y="6385172"/>
                  <a:pt x="4378226" y="6383969"/>
                  <a:pt x="4372333" y="6383969"/>
                </a:cubicBezTo>
                <a:cubicBezTo>
                  <a:pt x="4368879" y="6383969"/>
                  <a:pt x="4365407" y="6384376"/>
                  <a:pt x="4361919" y="6385189"/>
                </a:cubicBezTo>
                <a:cubicBezTo>
                  <a:pt x="4358431" y="6386002"/>
                  <a:pt x="4354909" y="6387627"/>
                  <a:pt x="4351353" y="6390066"/>
                </a:cubicBezTo>
                <a:cubicBezTo>
                  <a:pt x="4347797" y="6392504"/>
                  <a:pt x="4344088" y="6396297"/>
                  <a:pt x="4340228" y="6401445"/>
                </a:cubicBezTo>
                <a:lnTo>
                  <a:pt x="4340228" y="6396060"/>
                </a:lnTo>
                <a:close/>
                <a:moveTo>
                  <a:pt x="2301878" y="6333068"/>
                </a:moveTo>
                <a:lnTo>
                  <a:pt x="2268451" y="6339774"/>
                </a:lnTo>
                <a:lnTo>
                  <a:pt x="2268451" y="6343329"/>
                </a:lnTo>
                <a:lnTo>
                  <a:pt x="2278408" y="6347089"/>
                </a:lnTo>
                <a:cubicBezTo>
                  <a:pt x="2280508" y="6347902"/>
                  <a:pt x="2282015" y="6348867"/>
                  <a:pt x="2282929" y="6349984"/>
                </a:cubicBezTo>
                <a:cubicBezTo>
                  <a:pt x="2283844" y="6351102"/>
                  <a:pt x="2284301" y="6352541"/>
                  <a:pt x="2284301" y="6354303"/>
                </a:cubicBezTo>
                <a:lnTo>
                  <a:pt x="2284301" y="6473784"/>
                </a:lnTo>
                <a:cubicBezTo>
                  <a:pt x="2284301" y="6475274"/>
                  <a:pt x="2283911" y="6476477"/>
                  <a:pt x="2283132" y="6477391"/>
                </a:cubicBezTo>
                <a:cubicBezTo>
                  <a:pt x="2282354" y="6478305"/>
                  <a:pt x="2281253" y="6478965"/>
                  <a:pt x="2279830" y="6479372"/>
                </a:cubicBezTo>
                <a:lnTo>
                  <a:pt x="2268654" y="6482115"/>
                </a:lnTo>
                <a:lnTo>
                  <a:pt x="2268654" y="6487195"/>
                </a:lnTo>
                <a:lnTo>
                  <a:pt x="2316102" y="6487195"/>
                </a:lnTo>
                <a:lnTo>
                  <a:pt x="2316102" y="6482115"/>
                </a:lnTo>
                <a:lnTo>
                  <a:pt x="2306348" y="6479372"/>
                </a:lnTo>
                <a:cubicBezTo>
                  <a:pt x="2305061" y="6478965"/>
                  <a:pt x="2303994" y="6478305"/>
                  <a:pt x="2303148" y="6477391"/>
                </a:cubicBezTo>
                <a:cubicBezTo>
                  <a:pt x="2302301" y="6476477"/>
                  <a:pt x="2301878" y="6475240"/>
                  <a:pt x="2301878" y="6473683"/>
                </a:cubicBezTo>
                <a:lnTo>
                  <a:pt x="2301878" y="6406728"/>
                </a:lnTo>
                <a:cubicBezTo>
                  <a:pt x="2304926" y="6402867"/>
                  <a:pt x="2308702" y="6400124"/>
                  <a:pt x="2313206" y="6398498"/>
                </a:cubicBezTo>
                <a:cubicBezTo>
                  <a:pt x="2317710" y="6396873"/>
                  <a:pt x="2322062" y="6396060"/>
                  <a:pt x="2326262" y="6396060"/>
                </a:cubicBezTo>
                <a:cubicBezTo>
                  <a:pt x="2332561" y="6396060"/>
                  <a:pt x="2337302" y="6397296"/>
                  <a:pt x="2340486" y="6399768"/>
                </a:cubicBezTo>
                <a:cubicBezTo>
                  <a:pt x="2343669" y="6402240"/>
                  <a:pt x="2345820" y="6405712"/>
                  <a:pt x="2346937" y="6410182"/>
                </a:cubicBezTo>
                <a:cubicBezTo>
                  <a:pt x="2348055" y="6414653"/>
                  <a:pt x="2348614" y="6419970"/>
                  <a:pt x="2348614" y="6426134"/>
                </a:cubicBezTo>
                <a:lnTo>
                  <a:pt x="2348614" y="6473276"/>
                </a:lnTo>
                <a:cubicBezTo>
                  <a:pt x="2348614" y="6474969"/>
                  <a:pt x="2348190" y="6476324"/>
                  <a:pt x="2347344" y="6477340"/>
                </a:cubicBezTo>
                <a:cubicBezTo>
                  <a:pt x="2346497" y="6478356"/>
                  <a:pt x="2345464" y="6479033"/>
                  <a:pt x="2344245" y="6479372"/>
                </a:cubicBezTo>
                <a:lnTo>
                  <a:pt x="2333170" y="6482115"/>
                </a:lnTo>
                <a:lnTo>
                  <a:pt x="2333170" y="6487195"/>
                </a:lnTo>
                <a:lnTo>
                  <a:pt x="2380719" y="6487195"/>
                </a:lnTo>
                <a:lnTo>
                  <a:pt x="2380719" y="6482115"/>
                </a:lnTo>
                <a:lnTo>
                  <a:pt x="2370661" y="6479372"/>
                </a:lnTo>
                <a:cubicBezTo>
                  <a:pt x="2369442" y="6478965"/>
                  <a:pt x="2368392" y="6478271"/>
                  <a:pt x="2367511" y="6477289"/>
                </a:cubicBezTo>
                <a:cubicBezTo>
                  <a:pt x="2366631" y="6476307"/>
                  <a:pt x="2366190" y="6474969"/>
                  <a:pt x="2366190" y="6473276"/>
                </a:cubicBezTo>
                <a:lnTo>
                  <a:pt x="2366190" y="6419327"/>
                </a:lnTo>
                <a:cubicBezTo>
                  <a:pt x="2366190" y="6410995"/>
                  <a:pt x="2364751" y="6404222"/>
                  <a:pt x="2361872" y="6399006"/>
                </a:cubicBezTo>
                <a:cubicBezTo>
                  <a:pt x="2358994" y="6393791"/>
                  <a:pt x="2355099" y="6389981"/>
                  <a:pt x="2350188" y="6387576"/>
                </a:cubicBezTo>
                <a:cubicBezTo>
                  <a:pt x="2345278" y="6385172"/>
                  <a:pt x="2339876" y="6383969"/>
                  <a:pt x="2333983" y="6383969"/>
                </a:cubicBezTo>
                <a:cubicBezTo>
                  <a:pt x="2330529" y="6383969"/>
                  <a:pt x="2327058" y="6384376"/>
                  <a:pt x="2323569" y="6385189"/>
                </a:cubicBezTo>
                <a:cubicBezTo>
                  <a:pt x="2320081" y="6386002"/>
                  <a:pt x="2316559" y="6387627"/>
                  <a:pt x="2313003" y="6390066"/>
                </a:cubicBezTo>
                <a:cubicBezTo>
                  <a:pt x="2309447" y="6392504"/>
                  <a:pt x="2305738" y="6396297"/>
                  <a:pt x="2301878" y="6401445"/>
                </a:cubicBezTo>
                <a:lnTo>
                  <a:pt x="2301878" y="6396060"/>
                </a:lnTo>
                <a:close/>
                <a:moveTo>
                  <a:pt x="1908914" y="6333068"/>
                </a:moveTo>
                <a:lnTo>
                  <a:pt x="1875386" y="6339774"/>
                </a:lnTo>
                <a:lnTo>
                  <a:pt x="1875386" y="6343329"/>
                </a:lnTo>
                <a:lnTo>
                  <a:pt x="1885343" y="6347089"/>
                </a:lnTo>
                <a:cubicBezTo>
                  <a:pt x="1887443" y="6347834"/>
                  <a:pt x="1888967" y="6348782"/>
                  <a:pt x="1889915" y="6349934"/>
                </a:cubicBezTo>
                <a:cubicBezTo>
                  <a:pt x="1890863" y="6351085"/>
                  <a:pt x="1891337" y="6352541"/>
                  <a:pt x="1891337" y="6354303"/>
                </a:cubicBezTo>
                <a:lnTo>
                  <a:pt x="1891337" y="6480693"/>
                </a:lnTo>
                <a:cubicBezTo>
                  <a:pt x="1898178" y="6484418"/>
                  <a:pt x="1904986" y="6486891"/>
                  <a:pt x="1911759" y="6488110"/>
                </a:cubicBezTo>
                <a:cubicBezTo>
                  <a:pt x="1918532" y="6489329"/>
                  <a:pt x="1924967" y="6489939"/>
                  <a:pt x="1931063" y="6489939"/>
                </a:cubicBezTo>
                <a:cubicBezTo>
                  <a:pt x="1941562" y="6489939"/>
                  <a:pt x="1950486" y="6487399"/>
                  <a:pt x="1957835" y="6482319"/>
                </a:cubicBezTo>
                <a:cubicBezTo>
                  <a:pt x="1965184" y="6477238"/>
                  <a:pt x="1970806" y="6470397"/>
                  <a:pt x="1974700" y="6461796"/>
                </a:cubicBezTo>
                <a:cubicBezTo>
                  <a:pt x="1978595" y="6453193"/>
                  <a:pt x="1980542" y="6443643"/>
                  <a:pt x="1980542" y="6433144"/>
                </a:cubicBezTo>
                <a:cubicBezTo>
                  <a:pt x="1980542" y="6423526"/>
                  <a:pt x="1978967" y="6415043"/>
                  <a:pt x="1975818" y="6407693"/>
                </a:cubicBezTo>
                <a:cubicBezTo>
                  <a:pt x="1972668" y="6400344"/>
                  <a:pt x="1968164" y="6394553"/>
                  <a:pt x="1962305" y="6390320"/>
                </a:cubicBezTo>
                <a:cubicBezTo>
                  <a:pt x="1956446" y="6386086"/>
                  <a:pt x="1949351" y="6383969"/>
                  <a:pt x="1941020" y="6383969"/>
                </a:cubicBezTo>
                <a:cubicBezTo>
                  <a:pt x="1938785" y="6383969"/>
                  <a:pt x="1935838" y="6384308"/>
                  <a:pt x="1932180" y="6384986"/>
                </a:cubicBezTo>
                <a:cubicBezTo>
                  <a:pt x="1928523" y="6385663"/>
                  <a:pt x="1924662" y="6387221"/>
                  <a:pt x="1920598" y="6389659"/>
                </a:cubicBezTo>
                <a:cubicBezTo>
                  <a:pt x="1916534" y="6392097"/>
                  <a:pt x="1912640" y="6396026"/>
                  <a:pt x="1908914" y="6401445"/>
                </a:cubicBezTo>
                <a:lnTo>
                  <a:pt x="1908914" y="6396162"/>
                </a:lnTo>
                <a:close/>
                <a:moveTo>
                  <a:pt x="1044578" y="6333068"/>
                </a:moveTo>
                <a:lnTo>
                  <a:pt x="1011151" y="6339774"/>
                </a:lnTo>
                <a:lnTo>
                  <a:pt x="1011151" y="6343329"/>
                </a:lnTo>
                <a:lnTo>
                  <a:pt x="1021108" y="6347089"/>
                </a:lnTo>
                <a:cubicBezTo>
                  <a:pt x="1023208" y="6347902"/>
                  <a:pt x="1024715" y="6348867"/>
                  <a:pt x="1025629" y="6349984"/>
                </a:cubicBezTo>
                <a:cubicBezTo>
                  <a:pt x="1026544" y="6351102"/>
                  <a:pt x="1027001" y="6352541"/>
                  <a:pt x="1027001" y="6354303"/>
                </a:cubicBezTo>
                <a:lnTo>
                  <a:pt x="1027001" y="6473784"/>
                </a:lnTo>
                <a:cubicBezTo>
                  <a:pt x="1027001" y="6475274"/>
                  <a:pt x="1026612" y="6476477"/>
                  <a:pt x="1025833" y="6477391"/>
                </a:cubicBezTo>
                <a:cubicBezTo>
                  <a:pt x="1025054" y="6478305"/>
                  <a:pt x="1023954" y="6478965"/>
                  <a:pt x="1022531" y="6479372"/>
                </a:cubicBezTo>
                <a:lnTo>
                  <a:pt x="1011355" y="6482115"/>
                </a:lnTo>
                <a:lnTo>
                  <a:pt x="1011355" y="6487195"/>
                </a:lnTo>
                <a:lnTo>
                  <a:pt x="1058802" y="6487195"/>
                </a:lnTo>
                <a:lnTo>
                  <a:pt x="1058802" y="6482115"/>
                </a:lnTo>
                <a:lnTo>
                  <a:pt x="1049048" y="6479372"/>
                </a:lnTo>
                <a:cubicBezTo>
                  <a:pt x="1047761" y="6478965"/>
                  <a:pt x="1046694" y="6478305"/>
                  <a:pt x="1045848" y="6477391"/>
                </a:cubicBezTo>
                <a:cubicBezTo>
                  <a:pt x="1045001" y="6476477"/>
                  <a:pt x="1044578" y="6475240"/>
                  <a:pt x="1044578" y="6473683"/>
                </a:cubicBezTo>
                <a:lnTo>
                  <a:pt x="1044578" y="6406728"/>
                </a:lnTo>
                <a:cubicBezTo>
                  <a:pt x="1047626" y="6402867"/>
                  <a:pt x="1051402" y="6400124"/>
                  <a:pt x="1055906" y="6398498"/>
                </a:cubicBezTo>
                <a:cubicBezTo>
                  <a:pt x="1060410" y="6396873"/>
                  <a:pt x="1064762" y="6396060"/>
                  <a:pt x="1068962" y="6396060"/>
                </a:cubicBezTo>
                <a:cubicBezTo>
                  <a:pt x="1075261" y="6396060"/>
                  <a:pt x="1080002" y="6397296"/>
                  <a:pt x="1083186" y="6399768"/>
                </a:cubicBezTo>
                <a:cubicBezTo>
                  <a:pt x="1086369" y="6402240"/>
                  <a:pt x="1088520" y="6405712"/>
                  <a:pt x="1089637" y="6410182"/>
                </a:cubicBezTo>
                <a:cubicBezTo>
                  <a:pt x="1090755" y="6414653"/>
                  <a:pt x="1091314" y="6419970"/>
                  <a:pt x="1091314" y="6426134"/>
                </a:cubicBezTo>
                <a:lnTo>
                  <a:pt x="1091314" y="6473276"/>
                </a:lnTo>
                <a:cubicBezTo>
                  <a:pt x="1091314" y="6474969"/>
                  <a:pt x="1090890" y="6476324"/>
                  <a:pt x="1090044" y="6477340"/>
                </a:cubicBezTo>
                <a:cubicBezTo>
                  <a:pt x="1089197" y="6478356"/>
                  <a:pt x="1088164" y="6479033"/>
                  <a:pt x="1086945" y="6479372"/>
                </a:cubicBezTo>
                <a:lnTo>
                  <a:pt x="1075871" y="6482115"/>
                </a:lnTo>
                <a:lnTo>
                  <a:pt x="1075871" y="6487195"/>
                </a:lnTo>
                <a:lnTo>
                  <a:pt x="1123419" y="6487195"/>
                </a:lnTo>
                <a:lnTo>
                  <a:pt x="1123419" y="6482115"/>
                </a:lnTo>
                <a:lnTo>
                  <a:pt x="1113361" y="6479372"/>
                </a:lnTo>
                <a:cubicBezTo>
                  <a:pt x="1112142" y="6478965"/>
                  <a:pt x="1111092" y="6478271"/>
                  <a:pt x="1110212" y="6477289"/>
                </a:cubicBezTo>
                <a:cubicBezTo>
                  <a:pt x="1109331" y="6476307"/>
                  <a:pt x="1108891" y="6474969"/>
                  <a:pt x="1108891" y="6473276"/>
                </a:cubicBezTo>
                <a:lnTo>
                  <a:pt x="1108891" y="6419327"/>
                </a:lnTo>
                <a:cubicBezTo>
                  <a:pt x="1108891" y="6410995"/>
                  <a:pt x="1107451" y="6404222"/>
                  <a:pt x="1104573" y="6399006"/>
                </a:cubicBezTo>
                <a:cubicBezTo>
                  <a:pt x="1101694" y="6393791"/>
                  <a:pt x="1097799" y="6389981"/>
                  <a:pt x="1092889" y="6387576"/>
                </a:cubicBezTo>
                <a:cubicBezTo>
                  <a:pt x="1087978" y="6385172"/>
                  <a:pt x="1082576" y="6383969"/>
                  <a:pt x="1076683" y="6383969"/>
                </a:cubicBezTo>
                <a:cubicBezTo>
                  <a:pt x="1073229" y="6383969"/>
                  <a:pt x="1069758" y="6384376"/>
                  <a:pt x="1066269" y="6385189"/>
                </a:cubicBezTo>
                <a:cubicBezTo>
                  <a:pt x="1062781" y="6386002"/>
                  <a:pt x="1059259" y="6387627"/>
                  <a:pt x="1055703" y="6390066"/>
                </a:cubicBezTo>
                <a:cubicBezTo>
                  <a:pt x="1052147" y="6392504"/>
                  <a:pt x="1048439" y="6396297"/>
                  <a:pt x="1044578" y="6401445"/>
                </a:cubicBezTo>
                <a:lnTo>
                  <a:pt x="1044578" y="6396060"/>
                </a:lnTo>
                <a:close/>
                <a:moveTo>
                  <a:pt x="1707243" y="5512724"/>
                </a:moveTo>
                <a:cubicBezTo>
                  <a:pt x="1714646" y="5512724"/>
                  <a:pt x="1719648" y="5515860"/>
                  <a:pt x="1722250" y="5522129"/>
                </a:cubicBezTo>
                <a:cubicBezTo>
                  <a:pt x="1724852" y="5528399"/>
                  <a:pt x="1726154" y="5547658"/>
                  <a:pt x="1726154" y="5579906"/>
                </a:cubicBezTo>
                <a:lnTo>
                  <a:pt x="1726154" y="5884464"/>
                </a:lnTo>
                <a:cubicBezTo>
                  <a:pt x="1726154" y="5911576"/>
                  <a:pt x="1724823" y="5928141"/>
                  <a:pt x="1722161" y="5934159"/>
                </a:cubicBezTo>
                <a:cubicBezTo>
                  <a:pt x="1719499" y="5940177"/>
                  <a:pt x="1714361" y="5943186"/>
                  <a:pt x="1706746" y="5943186"/>
                </a:cubicBezTo>
                <a:cubicBezTo>
                  <a:pt x="1699701" y="5943186"/>
                  <a:pt x="1694788" y="5939883"/>
                  <a:pt x="1692007" y="5933277"/>
                </a:cubicBezTo>
                <a:cubicBezTo>
                  <a:pt x="1689226" y="5926669"/>
                  <a:pt x="1687835" y="5908243"/>
                  <a:pt x="1687835" y="5877995"/>
                </a:cubicBezTo>
                <a:lnTo>
                  <a:pt x="1687835" y="5579906"/>
                </a:lnTo>
                <a:cubicBezTo>
                  <a:pt x="1687835" y="5547430"/>
                  <a:pt x="1689228" y="5528114"/>
                  <a:pt x="1692014" y="5521958"/>
                </a:cubicBezTo>
                <a:cubicBezTo>
                  <a:pt x="1694801" y="5515803"/>
                  <a:pt x="1699877" y="5512724"/>
                  <a:pt x="1707243" y="5512724"/>
                </a:cubicBezTo>
                <a:close/>
                <a:moveTo>
                  <a:pt x="1976464" y="5387816"/>
                </a:moveTo>
                <a:lnTo>
                  <a:pt x="2062790" y="6068095"/>
                </a:lnTo>
                <a:lnTo>
                  <a:pt x="2299350" y="6068095"/>
                </a:lnTo>
                <a:lnTo>
                  <a:pt x="2322303" y="5919051"/>
                </a:lnTo>
                <a:cubicBezTo>
                  <a:pt x="2332080" y="5859002"/>
                  <a:pt x="2336787" y="5802353"/>
                  <a:pt x="2336424" y="5749105"/>
                </a:cubicBezTo>
                <a:cubicBezTo>
                  <a:pt x="2344899" y="5876445"/>
                  <a:pt x="2355417" y="5982775"/>
                  <a:pt x="2367978" y="6068095"/>
                </a:cubicBezTo>
                <a:lnTo>
                  <a:pt x="2604141" y="6068095"/>
                </a:lnTo>
                <a:lnTo>
                  <a:pt x="2685607" y="5387816"/>
                </a:lnTo>
                <a:lnTo>
                  <a:pt x="2493532" y="5387816"/>
                </a:lnTo>
                <a:cubicBezTo>
                  <a:pt x="2468344" y="5534745"/>
                  <a:pt x="2454874" y="5660815"/>
                  <a:pt x="2453122" y="5766025"/>
                </a:cubicBezTo>
                <a:lnTo>
                  <a:pt x="2424577" y="5387816"/>
                </a:lnTo>
                <a:lnTo>
                  <a:pt x="2239928" y="5387816"/>
                </a:lnTo>
                <a:cubicBezTo>
                  <a:pt x="2214963" y="5591869"/>
                  <a:pt x="2202291" y="5713898"/>
                  <a:pt x="2201913" y="5753902"/>
                </a:cubicBezTo>
                <a:lnTo>
                  <a:pt x="2202009" y="5760462"/>
                </a:lnTo>
                <a:lnTo>
                  <a:pt x="2198784" y="5724186"/>
                </a:lnTo>
                <a:cubicBezTo>
                  <a:pt x="2180736" y="5521061"/>
                  <a:pt x="2170895" y="5408937"/>
                  <a:pt x="2169262" y="5387816"/>
                </a:cubicBezTo>
                <a:close/>
                <a:moveTo>
                  <a:pt x="1700276" y="5375872"/>
                </a:moveTo>
                <a:cubicBezTo>
                  <a:pt x="1644716" y="5375872"/>
                  <a:pt x="1598794" y="5386862"/>
                  <a:pt x="1562511" y="5408841"/>
                </a:cubicBezTo>
                <a:cubicBezTo>
                  <a:pt x="1526227" y="5430821"/>
                  <a:pt x="1501135" y="5459881"/>
                  <a:pt x="1487234" y="5496022"/>
                </a:cubicBezTo>
                <a:cubicBezTo>
                  <a:pt x="1473335" y="5532164"/>
                  <a:pt x="1466384" y="5581524"/>
                  <a:pt x="1466384" y="5644102"/>
                </a:cubicBezTo>
                <a:lnTo>
                  <a:pt x="1466384" y="5813301"/>
                </a:lnTo>
                <a:cubicBezTo>
                  <a:pt x="1466384" y="5870344"/>
                  <a:pt x="1470181" y="5913450"/>
                  <a:pt x="1477775" y="5942619"/>
                </a:cubicBezTo>
                <a:cubicBezTo>
                  <a:pt x="1485370" y="5971788"/>
                  <a:pt x="1498285" y="5996906"/>
                  <a:pt x="1516521" y="6017973"/>
                </a:cubicBezTo>
                <a:cubicBezTo>
                  <a:pt x="1534758" y="6039040"/>
                  <a:pt x="1559884" y="6054651"/>
                  <a:pt x="1591899" y="6064806"/>
                </a:cubicBezTo>
                <a:cubicBezTo>
                  <a:pt x="1623914" y="6074961"/>
                  <a:pt x="1662860" y="6080039"/>
                  <a:pt x="1708736" y="6080039"/>
                </a:cubicBezTo>
                <a:cubicBezTo>
                  <a:pt x="1749828" y="6080039"/>
                  <a:pt x="1786476" y="6074033"/>
                  <a:pt x="1818681" y="6062022"/>
                </a:cubicBezTo>
                <a:cubicBezTo>
                  <a:pt x="1850885" y="6050011"/>
                  <a:pt x="1877307" y="6031326"/>
                  <a:pt x="1897946" y="6005968"/>
                </a:cubicBezTo>
                <a:cubicBezTo>
                  <a:pt x="1918585" y="5980609"/>
                  <a:pt x="1932022" y="5953465"/>
                  <a:pt x="1938255" y="5924536"/>
                </a:cubicBezTo>
                <a:cubicBezTo>
                  <a:pt x="1944488" y="5895609"/>
                  <a:pt x="1947605" y="5851231"/>
                  <a:pt x="1947605" y="5791405"/>
                </a:cubicBezTo>
                <a:lnTo>
                  <a:pt x="1947605" y="5629671"/>
                </a:lnTo>
                <a:cubicBezTo>
                  <a:pt x="1947605" y="5582286"/>
                  <a:pt x="1944205" y="5546559"/>
                  <a:pt x="1937404" y="5522491"/>
                </a:cubicBezTo>
                <a:cubicBezTo>
                  <a:pt x="1930602" y="5498422"/>
                  <a:pt x="1917909" y="5474992"/>
                  <a:pt x="1899322" y="5452198"/>
                </a:cubicBezTo>
                <a:cubicBezTo>
                  <a:pt x="1880736" y="5429406"/>
                  <a:pt x="1854536" y="5410986"/>
                  <a:pt x="1820722" y="5396941"/>
                </a:cubicBezTo>
                <a:cubicBezTo>
                  <a:pt x="1786908" y="5382895"/>
                  <a:pt x="1746759" y="5375872"/>
                  <a:pt x="1700276" y="5375872"/>
                </a:cubicBezTo>
                <a:close/>
                <a:moveTo>
                  <a:pt x="1431744" y="5375872"/>
                </a:moveTo>
                <a:cubicBezTo>
                  <a:pt x="1364992" y="5379890"/>
                  <a:pt x="1322693" y="5412817"/>
                  <a:pt x="1304845" y="5474655"/>
                </a:cubicBezTo>
                <a:lnTo>
                  <a:pt x="1312807" y="5387816"/>
                </a:lnTo>
                <a:lnTo>
                  <a:pt x="1091356" y="5387816"/>
                </a:lnTo>
                <a:lnTo>
                  <a:pt x="1091356" y="6068095"/>
                </a:lnTo>
                <a:lnTo>
                  <a:pt x="1312807" y="6068095"/>
                </a:lnTo>
                <a:lnTo>
                  <a:pt x="1312807" y="5797377"/>
                </a:lnTo>
                <a:cubicBezTo>
                  <a:pt x="1312807" y="5733922"/>
                  <a:pt x="1314596" y="5694226"/>
                  <a:pt x="1318172" y="5678288"/>
                </a:cubicBezTo>
                <a:cubicBezTo>
                  <a:pt x="1321749" y="5662351"/>
                  <a:pt x="1331109" y="5650015"/>
                  <a:pt x="1346251" y="5641280"/>
                </a:cubicBezTo>
                <a:cubicBezTo>
                  <a:pt x="1361392" y="5632546"/>
                  <a:pt x="1389890" y="5628178"/>
                  <a:pt x="1431744" y="5628178"/>
                </a:cubicBezTo>
                <a:close/>
                <a:moveTo>
                  <a:pt x="2730581" y="5299733"/>
                </a:moveTo>
                <a:lnTo>
                  <a:pt x="2730581" y="5403740"/>
                </a:lnTo>
                <a:lnTo>
                  <a:pt x="2687286" y="5403740"/>
                </a:lnTo>
                <a:lnTo>
                  <a:pt x="2687286" y="5528151"/>
                </a:lnTo>
                <a:lnTo>
                  <a:pt x="2730581" y="5528151"/>
                </a:lnTo>
                <a:lnTo>
                  <a:pt x="2730581" y="5853611"/>
                </a:lnTo>
                <a:cubicBezTo>
                  <a:pt x="2730581" y="5920134"/>
                  <a:pt x="2732547" y="5962959"/>
                  <a:pt x="2736479" y="5982085"/>
                </a:cubicBezTo>
                <a:cubicBezTo>
                  <a:pt x="2740411" y="6001210"/>
                  <a:pt x="2750537" y="6018298"/>
                  <a:pt x="2766858" y="6033350"/>
                </a:cubicBezTo>
                <a:cubicBezTo>
                  <a:pt x="2783180" y="6048401"/>
                  <a:pt x="2801745" y="6057954"/>
                  <a:pt x="2822556" y="6062011"/>
                </a:cubicBezTo>
                <a:cubicBezTo>
                  <a:pt x="2843366" y="6066067"/>
                  <a:pt x="2877070" y="6068095"/>
                  <a:pt x="2923667" y="6068095"/>
                </a:cubicBezTo>
                <a:lnTo>
                  <a:pt x="3015233" y="6068095"/>
                </a:lnTo>
                <a:lnTo>
                  <a:pt x="3015233" y="5941694"/>
                </a:lnTo>
                <a:cubicBezTo>
                  <a:pt x="2978486" y="5941694"/>
                  <a:pt x="2958848" y="5940290"/>
                  <a:pt x="2956321" y="5937483"/>
                </a:cubicBezTo>
                <a:cubicBezTo>
                  <a:pt x="2953794" y="5934676"/>
                  <a:pt x="2952530" y="5912690"/>
                  <a:pt x="2952530" y="5871526"/>
                </a:cubicBezTo>
                <a:lnTo>
                  <a:pt x="2952530" y="5528151"/>
                </a:lnTo>
                <a:lnTo>
                  <a:pt x="3006774" y="5528151"/>
                </a:lnTo>
                <a:lnTo>
                  <a:pt x="3006774" y="5403740"/>
                </a:lnTo>
                <a:lnTo>
                  <a:pt x="2952530" y="5403740"/>
                </a:lnTo>
                <a:lnTo>
                  <a:pt x="2952530" y="5299733"/>
                </a:lnTo>
                <a:close/>
                <a:moveTo>
                  <a:pt x="3053506" y="5242504"/>
                </a:moveTo>
                <a:lnTo>
                  <a:pt x="3053506" y="6068095"/>
                </a:lnTo>
                <a:lnTo>
                  <a:pt x="3274957" y="6068095"/>
                </a:lnTo>
                <a:lnTo>
                  <a:pt x="3274957" y="5586873"/>
                </a:lnTo>
                <a:cubicBezTo>
                  <a:pt x="3274957" y="5554329"/>
                  <a:pt x="3276570" y="5533835"/>
                  <a:pt x="3279798" y="5525391"/>
                </a:cubicBezTo>
                <a:cubicBezTo>
                  <a:pt x="3283024" y="5516947"/>
                  <a:pt x="3288378" y="5512724"/>
                  <a:pt x="3295858" y="5512724"/>
                </a:cubicBezTo>
                <a:cubicBezTo>
                  <a:pt x="3304323" y="5512724"/>
                  <a:pt x="3310006" y="5516887"/>
                  <a:pt x="3312906" y="5525212"/>
                </a:cubicBezTo>
                <a:cubicBezTo>
                  <a:pt x="3315806" y="5533538"/>
                  <a:pt x="3317257" y="5556248"/>
                  <a:pt x="3317257" y="5593343"/>
                </a:cubicBezTo>
                <a:lnTo>
                  <a:pt x="3317257" y="6068095"/>
                </a:lnTo>
                <a:lnTo>
                  <a:pt x="3538708" y="6068095"/>
                </a:lnTo>
                <a:lnTo>
                  <a:pt x="3538708" y="5602798"/>
                </a:lnTo>
                <a:cubicBezTo>
                  <a:pt x="3538708" y="5540224"/>
                  <a:pt x="3535786" y="5496454"/>
                  <a:pt x="3529941" y="5471486"/>
                </a:cubicBezTo>
                <a:cubicBezTo>
                  <a:pt x="3524096" y="5446519"/>
                  <a:pt x="3507801" y="5424341"/>
                  <a:pt x="3481056" y="5404954"/>
                </a:cubicBezTo>
                <a:cubicBezTo>
                  <a:pt x="3454310" y="5385566"/>
                  <a:pt x="3422270" y="5375872"/>
                  <a:pt x="3384936" y="5375872"/>
                </a:cubicBezTo>
                <a:cubicBezTo>
                  <a:pt x="3360857" y="5375872"/>
                  <a:pt x="3338188" y="5380101"/>
                  <a:pt x="3316926" y="5388558"/>
                </a:cubicBezTo>
                <a:cubicBezTo>
                  <a:pt x="3295665" y="5397016"/>
                  <a:pt x="3281675" y="5408753"/>
                  <a:pt x="3274957" y="5423771"/>
                </a:cubicBezTo>
                <a:lnTo>
                  <a:pt x="3274957" y="5242504"/>
                </a:lnTo>
                <a:close/>
                <a:moveTo>
                  <a:pt x="756664" y="5225584"/>
                </a:moveTo>
                <a:cubicBezTo>
                  <a:pt x="692074" y="5225584"/>
                  <a:pt x="639188" y="5240788"/>
                  <a:pt x="598005" y="5271196"/>
                </a:cubicBezTo>
                <a:cubicBezTo>
                  <a:pt x="556823" y="5301604"/>
                  <a:pt x="531915" y="5334941"/>
                  <a:pt x="523281" y="5371207"/>
                </a:cubicBezTo>
                <a:cubicBezTo>
                  <a:pt x="514647" y="5407473"/>
                  <a:pt x="510331" y="5464598"/>
                  <a:pt x="510331" y="5542583"/>
                </a:cubicBezTo>
                <a:lnTo>
                  <a:pt x="510331" y="5781950"/>
                </a:lnTo>
                <a:cubicBezTo>
                  <a:pt x="510331" y="5838402"/>
                  <a:pt x="512374" y="5880837"/>
                  <a:pt x="516462" y="5909257"/>
                </a:cubicBezTo>
                <a:cubicBezTo>
                  <a:pt x="520549" y="5937678"/>
                  <a:pt x="530951" y="5965109"/>
                  <a:pt x="547666" y="5991552"/>
                </a:cubicBezTo>
                <a:cubicBezTo>
                  <a:pt x="564381" y="6017994"/>
                  <a:pt x="588855" y="6040182"/>
                  <a:pt x="621088" y="6058115"/>
                </a:cubicBezTo>
                <a:cubicBezTo>
                  <a:pt x="653320" y="6076049"/>
                  <a:pt x="687948" y="6085015"/>
                  <a:pt x="724971" y="6085015"/>
                </a:cubicBezTo>
                <a:cubicBezTo>
                  <a:pt x="756442" y="6085015"/>
                  <a:pt x="783855" y="6078335"/>
                  <a:pt x="807210" y="6064973"/>
                </a:cubicBezTo>
                <a:cubicBezTo>
                  <a:pt x="830566" y="6051612"/>
                  <a:pt x="846041" y="6033411"/>
                  <a:pt x="853635" y="6010368"/>
                </a:cubicBezTo>
                <a:lnTo>
                  <a:pt x="868082" y="6068095"/>
                </a:lnTo>
                <a:lnTo>
                  <a:pt x="1017430" y="6068095"/>
                </a:lnTo>
                <a:lnTo>
                  <a:pt x="1017430" y="5615737"/>
                </a:lnTo>
                <a:lnTo>
                  <a:pt x="751689" y="5615737"/>
                </a:lnTo>
                <a:lnTo>
                  <a:pt x="751689" y="5758063"/>
                </a:lnTo>
                <a:lnTo>
                  <a:pt x="793988" y="5758063"/>
                </a:lnTo>
                <a:lnTo>
                  <a:pt x="793988" y="5843658"/>
                </a:lnTo>
                <a:cubicBezTo>
                  <a:pt x="793988" y="5879887"/>
                  <a:pt x="791819" y="5903127"/>
                  <a:pt x="787480" y="5913378"/>
                </a:cubicBezTo>
                <a:cubicBezTo>
                  <a:pt x="783141" y="5923630"/>
                  <a:pt x="775523" y="5928755"/>
                  <a:pt x="764627" y="5928755"/>
                </a:cubicBezTo>
                <a:cubicBezTo>
                  <a:pt x="755431" y="5928755"/>
                  <a:pt x="749068" y="5924404"/>
                  <a:pt x="745537" y="5915703"/>
                </a:cubicBezTo>
                <a:cubicBezTo>
                  <a:pt x="742007" y="5907003"/>
                  <a:pt x="740242" y="5885144"/>
                  <a:pt x="740242" y="5850127"/>
                </a:cubicBezTo>
                <a:lnTo>
                  <a:pt x="740242" y="5463458"/>
                </a:lnTo>
                <a:cubicBezTo>
                  <a:pt x="740242" y="5423584"/>
                  <a:pt x="741939" y="5400013"/>
                  <a:pt x="745331" y="5392746"/>
                </a:cubicBezTo>
                <a:cubicBezTo>
                  <a:pt x="748724" y="5385478"/>
                  <a:pt x="754658" y="5381844"/>
                  <a:pt x="763134" y="5381844"/>
                </a:cubicBezTo>
                <a:cubicBezTo>
                  <a:pt x="773268" y="5381844"/>
                  <a:pt x="779866" y="5386309"/>
                  <a:pt x="782927" y="5395238"/>
                </a:cubicBezTo>
                <a:cubicBezTo>
                  <a:pt x="785988" y="5404167"/>
                  <a:pt x="787518" y="5431054"/>
                  <a:pt x="787518" y="5475899"/>
                </a:cubicBezTo>
                <a:lnTo>
                  <a:pt x="787518" y="5559005"/>
                </a:lnTo>
                <a:lnTo>
                  <a:pt x="1017430" y="5559005"/>
                </a:lnTo>
                <a:lnTo>
                  <a:pt x="1017430" y="5514217"/>
                </a:lnTo>
                <a:cubicBezTo>
                  <a:pt x="1017430" y="5447243"/>
                  <a:pt x="1011003" y="5395605"/>
                  <a:pt x="998150" y="5359302"/>
                </a:cubicBezTo>
                <a:cubicBezTo>
                  <a:pt x="985297" y="5323000"/>
                  <a:pt x="957662" y="5291638"/>
                  <a:pt x="915246" y="5265217"/>
                </a:cubicBezTo>
                <a:cubicBezTo>
                  <a:pt x="872829" y="5238795"/>
                  <a:pt x="819969" y="5225584"/>
                  <a:pt x="756664" y="5225584"/>
                </a:cubicBezTo>
                <a:close/>
                <a:moveTo>
                  <a:pt x="1582353" y="4534882"/>
                </a:moveTo>
                <a:lnTo>
                  <a:pt x="1582353" y="4660786"/>
                </a:lnTo>
                <a:cubicBezTo>
                  <a:pt x="1582353" y="4692329"/>
                  <a:pt x="1581057" y="4710749"/>
                  <a:pt x="1578466" y="4716044"/>
                </a:cubicBezTo>
                <a:cubicBezTo>
                  <a:pt x="1575874" y="4721339"/>
                  <a:pt x="1570368" y="4723986"/>
                  <a:pt x="1561950" y="4723986"/>
                </a:cubicBezTo>
                <a:cubicBezTo>
                  <a:pt x="1553221" y="4723986"/>
                  <a:pt x="1547223" y="4720358"/>
                  <a:pt x="1543957" y="4713101"/>
                </a:cubicBezTo>
                <a:cubicBezTo>
                  <a:pt x="1540691" y="4705843"/>
                  <a:pt x="1539059" y="4685751"/>
                  <a:pt x="1539059" y="4652823"/>
                </a:cubicBezTo>
                <a:cubicBezTo>
                  <a:pt x="1539059" y="4623685"/>
                  <a:pt x="1541365" y="4601978"/>
                  <a:pt x="1545975" y="4587702"/>
                </a:cubicBezTo>
                <a:cubicBezTo>
                  <a:pt x="1550587" y="4573426"/>
                  <a:pt x="1562712" y="4555819"/>
                  <a:pt x="1582353" y="4534882"/>
                </a:cubicBezTo>
                <a:close/>
                <a:moveTo>
                  <a:pt x="1558964" y="4293524"/>
                </a:moveTo>
                <a:cubicBezTo>
                  <a:pt x="1566678" y="4293524"/>
                  <a:pt x="1572504" y="4297526"/>
                  <a:pt x="1576444" y="4305530"/>
                </a:cubicBezTo>
                <a:cubicBezTo>
                  <a:pt x="1580383" y="4313534"/>
                  <a:pt x="1582353" y="4333917"/>
                  <a:pt x="1582353" y="4366678"/>
                </a:cubicBezTo>
                <a:cubicBezTo>
                  <a:pt x="1582353" y="4392602"/>
                  <a:pt x="1580500" y="4409140"/>
                  <a:pt x="1576794" y="4416291"/>
                </a:cubicBezTo>
                <a:cubicBezTo>
                  <a:pt x="1574940" y="4419866"/>
                  <a:pt x="1565583" y="4425671"/>
                  <a:pt x="1548718" y="4433706"/>
                </a:cubicBezTo>
                <a:lnTo>
                  <a:pt x="1539059" y="4437992"/>
                </a:lnTo>
                <a:lnTo>
                  <a:pt x="1539059" y="4365185"/>
                </a:lnTo>
                <a:cubicBezTo>
                  <a:pt x="1539059" y="4329308"/>
                  <a:pt x="1540181" y="4308395"/>
                  <a:pt x="1542425" y="4302447"/>
                </a:cubicBezTo>
                <a:cubicBezTo>
                  <a:pt x="1544670" y="4296498"/>
                  <a:pt x="1550183" y="4293524"/>
                  <a:pt x="1558964" y="4293524"/>
                </a:cubicBezTo>
                <a:close/>
                <a:moveTo>
                  <a:pt x="746214" y="4181057"/>
                </a:moveTo>
                <a:cubicBezTo>
                  <a:pt x="763621" y="4181057"/>
                  <a:pt x="775687" y="4184290"/>
                  <a:pt x="782410" y="4190757"/>
                </a:cubicBezTo>
                <a:cubicBezTo>
                  <a:pt x="789133" y="4197224"/>
                  <a:pt x="792495" y="4212735"/>
                  <a:pt x="792495" y="4237290"/>
                </a:cubicBezTo>
                <a:lnTo>
                  <a:pt x="792495" y="4303477"/>
                </a:lnTo>
                <a:cubicBezTo>
                  <a:pt x="792495" y="4330998"/>
                  <a:pt x="789611" y="4348412"/>
                  <a:pt x="783844" y="4355718"/>
                </a:cubicBezTo>
                <a:cubicBezTo>
                  <a:pt x="778077" y="4363025"/>
                  <a:pt x="767193" y="4366678"/>
                  <a:pt x="751190" y="4366678"/>
                </a:cubicBezTo>
                <a:lnTo>
                  <a:pt x="746214" y="4366724"/>
                </a:lnTo>
                <a:close/>
                <a:moveTo>
                  <a:pt x="2209808" y="4156672"/>
                </a:moveTo>
                <a:cubicBezTo>
                  <a:pt x="2180572" y="4156672"/>
                  <a:pt x="2154653" y="4163179"/>
                  <a:pt x="2132051" y="4176193"/>
                </a:cubicBezTo>
                <a:cubicBezTo>
                  <a:pt x="2109450" y="4189207"/>
                  <a:pt x="2096718" y="4206960"/>
                  <a:pt x="2093857" y="4229453"/>
                </a:cubicBezTo>
                <a:lnTo>
                  <a:pt x="2097340" y="4168616"/>
                </a:lnTo>
                <a:lnTo>
                  <a:pt x="1872405" y="4168616"/>
                </a:lnTo>
                <a:lnTo>
                  <a:pt x="1872405" y="4848895"/>
                </a:lnTo>
                <a:lnTo>
                  <a:pt x="2093857" y="4848895"/>
                </a:lnTo>
                <a:lnTo>
                  <a:pt x="2093857" y="4392556"/>
                </a:lnTo>
                <a:cubicBezTo>
                  <a:pt x="2093857" y="4343507"/>
                  <a:pt x="2095209" y="4314739"/>
                  <a:pt x="2097912" y="4306253"/>
                </a:cubicBezTo>
                <a:cubicBezTo>
                  <a:pt x="2100615" y="4297767"/>
                  <a:pt x="2106563" y="4293524"/>
                  <a:pt x="2115753" y="4293524"/>
                </a:cubicBezTo>
                <a:cubicBezTo>
                  <a:pt x="2124327" y="4293524"/>
                  <a:pt x="2129706" y="4297162"/>
                  <a:pt x="2131888" y="4304438"/>
                </a:cubicBezTo>
                <a:cubicBezTo>
                  <a:pt x="2134070" y="4311713"/>
                  <a:pt x="2135162" y="4337437"/>
                  <a:pt x="2135162" y="4381607"/>
                </a:cubicBezTo>
                <a:lnTo>
                  <a:pt x="2135162" y="4848895"/>
                </a:lnTo>
                <a:lnTo>
                  <a:pt x="2356613" y="4848895"/>
                </a:lnTo>
                <a:lnTo>
                  <a:pt x="2356613" y="4376133"/>
                </a:lnTo>
                <a:cubicBezTo>
                  <a:pt x="2356613" y="4317696"/>
                  <a:pt x="2353266" y="4275355"/>
                  <a:pt x="2346571" y="4249110"/>
                </a:cubicBezTo>
                <a:cubicBezTo>
                  <a:pt x="2339876" y="4222864"/>
                  <a:pt x="2324615" y="4200896"/>
                  <a:pt x="2300788" y="4183207"/>
                </a:cubicBezTo>
                <a:cubicBezTo>
                  <a:pt x="2276960" y="4165517"/>
                  <a:pt x="2246634" y="4156672"/>
                  <a:pt x="2209808" y="4156672"/>
                </a:cubicBezTo>
                <a:close/>
                <a:moveTo>
                  <a:pt x="1566927" y="4156672"/>
                </a:moveTo>
                <a:cubicBezTo>
                  <a:pt x="1508506" y="4156672"/>
                  <a:pt x="1460639" y="4167832"/>
                  <a:pt x="1423325" y="4190150"/>
                </a:cubicBezTo>
                <a:cubicBezTo>
                  <a:pt x="1386012" y="4212469"/>
                  <a:pt x="1361138" y="4238252"/>
                  <a:pt x="1348702" y="4267499"/>
                </a:cubicBezTo>
                <a:cubicBezTo>
                  <a:pt x="1336266" y="4296746"/>
                  <a:pt x="1330048" y="4337603"/>
                  <a:pt x="1330048" y="4390067"/>
                </a:cubicBezTo>
                <a:lnTo>
                  <a:pt x="1330048" y="4444311"/>
                </a:lnTo>
                <a:lnTo>
                  <a:pt x="1524819" y="4444311"/>
                </a:lnTo>
                <a:lnTo>
                  <a:pt x="1517792" y="4447429"/>
                </a:lnTo>
                <a:cubicBezTo>
                  <a:pt x="1505608" y="4452561"/>
                  <a:pt x="1491547" y="4458250"/>
                  <a:pt x="1475609" y="4464496"/>
                </a:cubicBezTo>
                <a:cubicBezTo>
                  <a:pt x="1412304" y="4489000"/>
                  <a:pt x="1372218" y="4510943"/>
                  <a:pt x="1355350" y="4530325"/>
                </a:cubicBezTo>
                <a:cubicBezTo>
                  <a:pt x="1338482" y="4549708"/>
                  <a:pt x="1330048" y="4585398"/>
                  <a:pt x="1330048" y="4637396"/>
                </a:cubicBezTo>
                <a:lnTo>
                  <a:pt x="1330048" y="4691640"/>
                </a:lnTo>
                <a:cubicBezTo>
                  <a:pt x="1330048" y="4761973"/>
                  <a:pt x="1345839" y="4807757"/>
                  <a:pt x="1377421" y="4828989"/>
                </a:cubicBezTo>
                <a:cubicBezTo>
                  <a:pt x="1409004" y="4850222"/>
                  <a:pt x="1443474" y="4860839"/>
                  <a:pt x="1480834" y="4860839"/>
                </a:cubicBezTo>
                <a:cubicBezTo>
                  <a:pt x="1509760" y="4860839"/>
                  <a:pt x="1534734" y="4854450"/>
                  <a:pt x="1555757" y="4841672"/>
                </a:cubicBezTo>
                <a:cubicBezTo>
                  <a:pt x="1576779" y="4828893"/>
                  <a:pt x="1587470" y="4811686"/>
                  <a:pt x="1587828" y="4790049"/>
                </a:cubicBezTo>
                <a:lnTo>
                  <a:pt x="1587828" y="4848895"/>
                </a:lnTo>
                <a:lnTo>
                  <a:pt x="1803805" y="4848895"/>
                </a:lnTo>
                <a:lnTo>
                  <a:pt x="1803805" y="4507511"/>
                </a:lnTo>
                <a:cubicBezTo>
                  <a:pt x="1803805" y="4398206"/>
                  <a:pt x="1800141" y="4325149"/>
                  <a:pt x="1792814" y="4288342"/>
                </a:cubicBezTo>
                <a:cubicBezTo>
                  <a:pt x="1785487" y="4251534"/>
                  <a:pt x="1763544" y="4220387"/>
                  <a:pt x="1726985" y="4194901"/>
                </a:cubicBezTo>
                <a:cubicBezTo>
                  <a:pt x="1690426" y="4169415"/>
                  <a:pt x="1637073" y="4156672"/>
                  <a:pt x="1566927" y="4156672"/>
                </a:cubicBezTo>
                <a:close/>
                <a:moveTo>
                  <a:pt x="2435306" y="4080533"/>
                </a:moveTo>
                <a:lnTo>
                  <a:pt x="2435306" y="4184540"/>
                </a:lnTo>
                <a:lnTo>
                  <a:pt x="2392011" y="4184540"/>
                </a:lnTo>
                <a:lnTo>
                  <a:pt x="2392011" y="4308951"/>
                </a:lnTo>
                <a:lnTo>
                  <a:pt x="2435306" y="4308951"/>
                </a:lnTo>
                <a:lnTo>
                  <a:pt x="2435306" y="4634411"/>
                </a:lnTo>
                <a:cubicBezTo>
                  <a:pt x="2435306" y="4700934"/>
                  <a:pt x="2437272" y="4743759"/>
                  <a:pt x="2441204" y="4762884"/>
                </a:cubicBezTo>
                <a:cubicBezTo>
                  <a:pt x="2445136" y="4782010"/>
                  <a:pt x="2455262" y="4799098"/>
                  <a:pt x="2471584" y="4814150"/>
                </a:cubicBezTo>
                <a:cubicBezTo>
                  <a:pt x="2487905" y="4829201"/>
                  <a:pt x="2506470" y="4838754"/>
                  <a:pt x="2527281" y="4842811"/>
                </a:cubicBezTo>
                <a:cubicBezTo>
                  <a:pt x="2548091" y="4846867"/>
                  <a:pt x="2581795" y="4848895"/>
                  <a:pt x="2628392" y="4848895"/>
                </a:cubicBezTo>
                <a:lnTo>
                  <a:pt x="2719958" y="4848895"/>
                </a:lnTo>
                <a:lnTo>
                  <a:pt x="2719958" y="4722494"/>
                </a:lnTo>
                <a:cubicBezTo>
                  <a:pt x="2683210" y="4722494"/>
                  <a:pt x="2663573" y="4721090"/>
                  <a:pt x="2661046" y="4718283"/>
                </a:cubicBezTo>
                <a:cubicBezTo>
                  <a:pt x="2658519" y="4715476"/>
                  <a:pt x="2657255" y="4693490"/>
                  <a:pt x="2657255" y="4652326"/>
                </a:cubicBezTo>
                <a:lnTo>
                  <a:pt x="2657255" y="4308951"/>
                </a:lnTo>
                <a:lnTo>
                  <a:pt x="2711498" y="4308951"/>
                </a:lnTo>
                <a:lnTo>
                  <a:pt x="2711498" y="4184540"/>
                </a:lnTo>
                <a:lnTo>
                  <a:pt x="2657255" y="4184540"/>
                </a:lnTo>
                <a:lnTo>
                  <a:pt x="2657255" y="4080533"/>
                </a:lnTo>
                <a:close/>
                <a:moveTo>
                  <a:pt x="1043731" y="4023304"/>
                </a:moveTo>
                <a:lnTo>
                  <a:pt x="1043731" y="4848895"/>
                </a:lnTo>
                <a:lnTo>
                  <a:pt x="1271154" y="4848895"/>
                </a:lnTo>
                <a:lnTo>
                  <a:pt x="1271154" y="4023304"/>
                </a:lnTo>
                <a:close/>
                <a:moveTo>
                  <a:pt x="516302" y="4023304"/>
                </a:moveTo>
                <a:lnTo>
                  <a:pt x="516302" y="4848895"/>
                </a:lnTo>
                <a:lnTo>
                  <a:pt x="746214" y="4848895"/>
                </a:lnTo>
                <a:lnTo>
                  <a:pt x="746214" y="4524431"/>
                </a:lnTo>
                <a:lnTo>
                  <a:pt x="791997" y="4524431"/>
                </a:lnTo>
                <a:cubicBezTo>
                  <a:pt x="839331" y="4524431"/>
                  <a:pt x="878128" y="4517707"/>
                  <a:pt x="908392" y="4504257"/>
                </a:cubicBezTo>
                <a:cubicBezTo>
                  <a:pt x="938654" y="4490808"/>
                  <a:pt x="959500" y="4471405"/>
                  <a:pt x="970927" y="4446049"/>
                </a:cubicBezTo>
                <a:cubicBezTo>
                  <a:pt x="982355" y="4420692"/>
                  <a:pt x="988069" y="4381628"/>
                  <a:pt x="988069" y="4328857"/>
                </a:cubicBezTo>
                <a:lnTo>
                  <a:pt x="988069" y="4258689"/>
                </a:lnTo>
                <a:cubicBezTo>
                  <a:pt x="988069" y="4207759"/>
                  <a:pt x="985185" y="4169624"/>
                  <a:pt x="979418" y="4144286"/>
                </a:cubicBezTo>
                <a:cubicBezTo>
                  <a:pt x="973651" y="4118947"/>
                  <a:pt x="962454" y="4097161"/>
                  <a:pt x="945827" y="4078927"/>
                </a:cubicBezTo>
                <a:cubicBezTo>
                  <a:pt x="929200" y="4060693"/>
                  <a:pt x="904743" y="4046864"/>
                  <a:pt x="872456" y="4037440"/>
                </a:cubicBezTo>
                <a:cubicBezTo>
                  <a:pt x="840169" y="4028016"/>
                  <a:pt x="795102" y="4023304"/>
                  <a:pt x="737256" y="4023304"/>
                </a:cubicBezTo>
                <a:close/>
                <a:moveTo>
                  <a:pt x="2097768" y="3074324"/>
                </a:moveTo>
                <a:cubicBezTo>
                  <a:pt x="2105171" y="3074324"/>
                  <a:pt x="2110173" y="3077459"/>
                  <a:pt x="2112776" y="3083729"/>
                </a:cubicBezTo>
                <a:cubicBezTo>
                  <a:pt x="2115378" y="3089999"/>
                  <a:pt x="2116679" y="3109259"/>
                  <a:pt x="2116679" y="3141506"/>
                </a:cubicBezTo>
                <a:lnTo>
                  <a:pt x="2116679" y="3446064"/>
                </a:lnTo>
                <a:cubicBezTo>
                  <a:pt x="2116679" y="3473176"/>
                  <a:pt x="2115348" y="3489740"/>
                  <a:pt x="2112686" y="3495759"/>
                </a:cubicBezTo>
                <a:cubicBezTo>
                  <a:pt x="2110024" y="3501777"/>
                  <a:pt x="2104886" y="3504786"/>
                  <a:pt x="2097271" y="3504786"/>
                </a:cubicBezTo>
                <a:cubicBezTo>
                  <a:pt x="2090226" y="3504786"/>
                  <a:pt x="2085313" y="3501483"/>
                  <a:pt x="2082532" y="3494876"/>
                </a:cubicBezTo>
                <a:cubicBezTo>
                  <a:pt x="2079751" y="3488270"/>
                  <a:pt x="2078360" y="3469843"/>
                  <a:pt x="2078360" y="3439595"/>
                </a:cubicBezTo>
                <a:lnTo>
                  <a:pt x="2078360" y="3141506"/>
                </a:lnTo>
                <a:cubicBezTo>
                  <a:pt x="2078360" y="3109030"/>
                  <a:pt x="2079754" y="3089714"/>
                  <a:pt x="2082540" y="3083558"/>
                </a:cubicBezTo>
                <a:cubicBezTo>
                  <a:pt x="2085326" y="3077402"/>
                  <a:pt x="2090402" y="3074324"/>
                  <a:pt x="2097768" y="3074324"/>
                </a:cubicBezTo>
                <a:close/>
                <a:moveTo>
                  <a:pt x="1091356" y="2949416"/>
                </a:moveTo>
                <a:lnTo>
                  <a:pt x="1091356" y="3629695"/>
                </a:lnTo>
                <a:lnTo>
                  <a:pt x="1318779" y="3629695"/>
                </a:lnTo>
                <a:lnTo>
                  <a:pt x="1318779" y="2949416"/>
                </a:lnTo>
                <a:close/>
                <a:moveTo>
                  <a:pt x="763631" y="2943444"/>
                </a:moveTo>
                <a:cubicBezTo>
                  <a:pt x="771993" y="2943444"/>
                  <a:pt x="777733" y="2947371"/>
                  <a:pt x="780851" y="2955225"/>
                </a:cubicBezTo>
                <a:cubicBezTo>
                  <a:pt x="783969" y="2963078"/>
                  <a:pt x="785528" y="2985029"/>
                  <a:pt x="785528" y="3021077"/>
                </a:cubicBezTo>
                <a:lnTo>
                  <a:pt x="785528" y="3391324"/>
                </a:lnTo>
                <a:cubicBezTo>
                  <a:pt x="785528" y="3437455"/>
                  <a:pt x="783957" y="3465492"/>
                  <a:pt x="780816" y="3475437"/>
                </a:cubicBezTo>
                <a:cubicBezTo>
                  <a:pt x="777674" y="3485382"/>
                  <a:pt x="771449" y="3490355"/>
                  <a:pt x="762139" y="3490355"/>
                </a:cubicBezTo>
                <a:cubicBezTo>
                  <a:pt x="753181" y="3490355"/>
                  <a:pt x="747292" y="3486308"/>
                  <a:pt x="744472" y="3478213"/>
                </a:cubicBezTo>
                <a:cubicBezTo>
                  <a:pt x="741652" y="3470119"/>
                  <a:pt x="740242" y="3443146"/>
                  <a:pt x="740242" y="3397295"/>
                </a:cubicBezTo>
                <a:lnTo>
                  <a:pt x="740242" y="3021077"/>
                </a:lnTo>
                <a:cubicBezTo>
                  <a:pt x="740242" y="2981540"/>
                  <a:pt x="742338" y="2958718"/>
                  <a:pt x="746529" y="2952608"/>
                </a:cubicBezTo>
                <a:cubicBezTo>
                  <a:pt x="750720" y="2946499"/>
                  <a:pt x="756421" y="2943444"/>
                  <a:pt x="763631" y="2943444"/>
                </a:cubicBezTo>
                <a:close/>
                <a:moveTo>
                  <a:pt x="2743208" y="2937472"/>
                </a:moveTo>
                <a:cubicBezTo>
                  <a:pt x="2713971" y="2937472"/>
                  <a:pt x="2688052" y="2943980"/>
                  <a:pt x="2665451" y="2956993"/>
                </a:cubicBezTo>
                <a:cubicBezTo>
                  <a:pt x="2642850" y="2970007"/>
                  <a:pt x="2630118" y="2987761"/>
                  <a:pt x="2627257" y="3010253"/>
                </a:cubicBezTo>
                <a:lnTo>
                  <a:pt x="2630740" y="2949416"/>
                </a:lnTo>
                <a:lnTo>
                  <a:pt x="2405805" y="2949416"/>
                </a:lnTo>
                <a:lnTo>
                  <a:pt x="2405805" y="3629695"/>
                </a:lnTo>
                <a:lnTo>
                  <a:pt x="2627257" y="3629695"/>
                </a:lnTo>
                <a:lnTo>
                  <a:pt x="2627257" y="3173355"/>
                </a:lnTo>
                <a:cubicBezTo>
                  <a:pt x="2627257" y="3124307"/>
                  <a:pt x="2628609" y="3095539"/>
                  <a:pt x="2631312" y="3087053"/>
                </a:cubicBezTo>
                <a:cubicBezTo>
                  <a:pt x="2634015" y="3078567"/>
                  <a:pt x="2639962" y="3074324"/>
                  <a:pt x="2649153" y="3074324"/>
                </a:cubicBezTo>
                <a:cubicBezTo>
                  <a:pt x="2657727" y="3074324"/>
                  <a:pt x="2663106" y="3077963"/>
                  <a:pt x="2665288" y="3085238"/>
                </a:cubicBezTo>
                <a:cubicBezTo>
                  <a:pt x="2667470" y="3092513"/>
                  <a:pt x="2668561" y="3118237"/>
                  <a:pt x="2668561" y="3162408"/>
                </a:cubicBezTo>
                <a:lnTo>
                  <a:pt x="2668561" y="3629695"/>
                </a:lnTo>
                <a:lnTo>
                  <a:pt x="2890013" y="3629695"/>
                </a:lnTo>
                <a:lnTo>
                  <a:pt x="2890013" y="3156934"/>
                </a:lnTo>
                <a:cubicBezTo>
                  <a:pt x="2890013" y="3098497"/>
                  <a:pt x="2886665" y="3056156"/>
                  <a:pt x="2879971" y="3029910"/>
                </a:cubicBezTo>
                <a:cubicBezTo>
                  <a:pt x="2873276" y="3003664"/>
                  <a:pt x="2858015" y="2981696"/>
                  <a:pt x="2834188" y="2964007"/>
                </a:cubicBezTo>
                <a:cubicBezTo>
                  <a:pt x="2810360" y="2946317"/>
                  <a:pt x="2780034" y="2937472"/>
                  <a:pt x="2743208" y="2937472"/>
                </a:cubicBezTo>
                <a:close/>
                <a:moveTo>
                  <a:pt x="2090801" y="2937472"/>
                </a:moveTo>
                <a:cubicBezTo>
                  <a:pt x="2035241" y="2937472"/>
                  <a:pt x="1989320" y="2948462"/>
                  <a:pt x="1953036" y="2970441"/>
                </a:cubicBezTo>
                <a:cubicBezTo>
                  <a:pt x="1916752" y="2992421"/>
                  <a:pt x="1891660" y="3021481"/>
                  <a:pt x="1877759" y="3057622"/>
                </a:cubicBezTo>
                <a:cubicBezTo>
                  <a:pt x="1863859" y="3093763"/>
                  <a:pt x="1856908" y="3143124"/>
                  <a:pt x="1856909" y="3205703"/>
                </a:cubicBezTo>
                <a:lnTo>
                  <a:pt x="1856909" y="3374902"/>
                </a:lnTo>
                <a:cubicBezTo>
                  <a:pt x="1856908" y="3431944"/>
                  <a:pt x="1860706" y="3475050"/>
                  <a:pt x="1868300" y="3504219"/>
                </a:cubicBezTo>
                <a:cubicBezTo>
                  <a:pt x="1875894" y="3533388"/>
                  <a:pt x="1888810" y="3558506"/>
                  <a:pt x="1907046" y="3579573"/>
                </a:cubicBezTo>
                <a:cubicBezTo>
                  <a:pt x="1925283" y="3600640"/>
                  <a:pt x="1950409" y="3616251"/>
                  <a:pt x="1982424" y="3626406"/>
                </a:cubicBezTo>
                <a:cubicBezTo>
                  <a:pt x="2014439" y="3636561"/>
                  <a:pt x="2053385" y="3641638"/>
                  <a:pt x="2099261" y="3641638"/>
                </a:cubicBezTo>
                <a:cubicBezTo>
                  <a:pt x="2140353" y="3641638"/>
                  <a:pt x="2177001" y="3635633"/>
                  <a:pt x="2209206" y="3623622"/>
                </a:cubicBezTo>
                <a:cubicBezTo>
                  <a:pt x="2241410" y="3611612"/>
                  <a:pt x="2267832" y="3592927"/>
                  <a:pt x="2288471" y="3567567"/>
                </a:cubicBezTo>
                <a:cubicBezTo>
                  <a:pt x="2309110" y="3542208"/>
                  <a:pt x="2322547" y="3515065"/>
                  <a:pt x="2328780" y="3486137"/>
                </a:cubicBezTo>
                <a:cubicBezTo>
                  <a:pt x="2335014" y="3457208"/>
                  <a:pt x="2338130" y="3412831"/>
                  <a:pt x="2338130" y="3353005"/>
                </a:cubicBezTo>
                <a:lnTo>
                  <a:pt x="2338130" y="3191271"/>
                </a:lnTo>
                <a:cubicBezTo>
                  <a:pt x="2338130" y="3143886"/>
                  <a:pt x="2334730" y="3108159"/>
                  <a:pt x="2327929" y="3084091"/>
                </a:cubicBezTo>
                <a:cubicBezTo>
                  <a:pt x="2321128" y="3060022"/>
                  <a:pt x="2308434" y="3036592"/>
                  <a:pt x="2289847" y="3013798"/>
                </a:cubicBezTo>
                <a:cubicBezTo>
                  <a:pt x="2271261" y="2991005"/>
                  <a:pt x="2245061" y="2972586"/>
                  <a:pt x="2211247" y="2958541"/>
                </a:cubicBezTo>
                <a:cubicBezTo>
                  <a:pt x="2177433" y="2944495"/>
                  <a:pt x="2137284" y="2937472"/>
                  <a:pt x="2090801" y="2937472"/>
                </a:cubicBezTo>
                <a:close/>
                <a:moveTo>
                  <a:pt x="1386631" y="2804104"/>
                </a:moveTo>
                <a:lnTo>
                  <a:pt x="1386631" y="3629695"/>
                </a:lnTo>
                <a:lnTo>
                  <a:pt x="1614054" y="3629695"/>
                </a:lnTo>
                <a:lnTo>
                  <a:pt x="1614054" y="2804104"/>
                </a:lnTo>
                <a:close/>
                <a:moveTo>
                  <a:pt x="1091356" y="2804104"/>
                </a:moveTo>
                <a:lnTo>
                  <a:pt x="1091356" y="2929013"/>
                </a:lnTo>
                <a:lnTo>
                  <a:pt x="1318779" y="2929013"/>
                </a:lnTo>
                <a:lnTo>
                  <a:pt x="1318779" y="2804104"/>
                </a:lnTo>
                <a:close/>
                <a:moveTo>
                  <a:pt x="762636" y="2787184"/>
                </a:moveTo>
                <a:cubicBezTo>
                  <a:pt x="715915" y="2787184"/>
                  <a:pt x="674701" y="2794983"/>
                  <a:pt x="638995" y="2810581"/>
                </a:cubicBezTo>
                <a:cubicBezTo>
                  <a:pt x="603290" y="2826179"/>
                  <a:pt x="574873" y="2848645"/>
                  <a:pt x="553746" y="2877977"/>
                </a:cubicBezTo>
                <a:cubicBezTo>
                  <a:pt x="532620" y="2907309"/>
                  <a:pt x="520102" y="2939223"/>
                  <a:pt x="516194" y="2973719"/>
                </a:cubicBezTo>
                <a:cubicBezTo>
                  <a:pt x="512285" y="3008214"/>
                  <a:pt x="510331" y="3066300"/>
                  <a:pt x="510331" y="3147976"/>
                </a:cubicBezTo>
                <a:lnTo>
                  <a:pt x="510331" y="3285823"/>
                </a:lnTo>
                <a:cubicBezTo>
                  <a:pt x="510331" y="3369583"/>
                  <a:pt x="512377" y="3428513"/>
                  <a:pt x="516470" y="3462611"/>
                </a:cubicBezTo>
                <a:cubicBezTo>
                  <a:pt x="520562" y="3496710"/>
                  <a:pt x="533588" y="3528574"/>
                  <a:pt x="555546" y="3558202"/>
                </a:cubicBezTo>
                <a:cubicBezTo>
                  <a:pt x="577505" y="3587830"/>
                  <a:pt x="606332" y="3609972"/>
                  <a:pt x="642028" y="3624629"/>
                </a:cubicBezTo>
                <a:cubicBezTo>
                  <a:pt x="677723" y="3639287"/>
                  <a:pt x="717926" y="3646615"/>
                  <a:pt x="762636" y="3646615"/>
                </a:cubicBezTo>
                <a:cubicBezTo>
                  <a:pt x="809617" y="3646615"/>
                  <a:pt x="850951" y="3638820"/>
                  <a:pt x="886639" y="3623230"/>
                </a:cubicBezTo>
                <a:cubicBezTo>
                  <a:pt x="922327" y="3607639"/>
                  <a:pt x="950737" y="3585174"/>
                  <a:pt x="971868" y="3555834"/>
                </a:cubicBezTo>
                <a:cubicBezTo>
                  <a:pt x="993000" y="3526494"/>
                  <a:pt x="1005545" y="3494362"/>
                  <a:pt x="1009503" y="3459439"/>
                </a:cubicBezTo>
                <a:cubicBezTo>
                  <a:pt x="1013461" y="3424516"/>
                  <a:pt x="1015439" y="3366644"/>
                  <a:pt x="1015439" y="3285823"/>
                </a:cubicBezTo>
                <a:lnTo>
                  <a:pt x="1015439" y="3147976"/>
                </a:lnTo>
                <a:cubicBezTo>
                  <a:pt x="1015439" y="3065207"/>
                  <a:pt x="1013370" y="3006575"/>
                  <a:pt x="1009230" y="2972082"/>
                </a:cubicBezTo>
                <a:cubicBezTo>
                  <a:pt x="1005091" y="2937589"/>
                  <a:pt x="992038" y="2905525"/>
                  <a:pt x="970072" y="2875889"/>
                </a:cubicBezTo>
                <a:cubicBezTo>
                  <a:pt x="948106" y="2846253"/>
                  <a:pt x="919161" y="2824060"/>
                  <a:pt x="883237" y="2809310"/>
                </a:cubicBezTo>
                <a:cubicBezTo>
                  <a:pt x="847313" y="2794559"/>
                  <a:pt x="807113" y="2787184"/>
                  <a:pt x="762636" y="2787184"/>
                </a:cubicBezTo>
                <a:close/>
                <a:moveTo>
                  <a:pt x="3402694" y="1855125"/>
                </a:moveTo>
                <a:cubicBezTo>
                  <a:pt x="3410096" y="1855125"/>
                  <a:pt x="3415098" y="1858260"/>
                  <a:pt x="3417701" y="1864530"/>
                </a:cubicBezTo>
                <a:cubicBezTo>
                  <a:pt x="3420303" y="1870800"/>
                  <a:pt x="3421604" y="1890059"/>
                  <a:pt x="3421604" y="1922307"/>
                </a:cubicBezTo>
                <a:lnTo>
                  <a:pt x="3421604" y="2226865"/>
                </a:lnTo>
                <a:cubicBezTo>
                  <a:pt x="3421604" y="2253976"/>
                  <a:pt x="3420273" y="2270540"/>
                  <a:pt x="3417611" y="2276559"/>
                </a:cubicBezTo>
                <a:cubicBezTo>
                  <a:pt x="3414949" y="2282577"/>
                  <a:pt x="3409811" y="2285587"/>
                  <a:pt x="3402196" y="2285587"/>
                </a:cubicBezTo>
                <a:cubicBezTo>
                  <a:pt x="3395151" y="2285587"/>
                  <a:pt x="3390238" y="2282284"/>
                  <a:pt x="3387457" y="2275677"/>
                </a:cubicBezTo>
                <a:cubicBezTo>
                  <a:pt x="3384676" y="2269070"/>
                  <a:pt x="3383285" y="2250643"/>
                  <a:pt x="3383285" y="2220396"/>
                </a:cubicBezTo>
                <a:lnTo>
                  <a:pt x="3383285" y="1922307"/>
                </a:lnTo>
                <a:cubicBezTo>
                  <a:pt x="3383285" y="1889831"/>
                  <a:pt x="3384678" y="1870515"/>
                  <a:pt x="3387465" y="1864359"/>
                </a:cubicBezTo>
                <a:cubicBezTo>
                  <a:pt x="3390251" y="1858203"/>
                  <a:pt x="3395327" y="1855125"/>
                  <a:pt x="3402694" y="1855125"/>
                </a:cubicBezTo>
                <a:close/>
                <a:moveTo>
                  <a:pt x="2526394" y="1855125"/>
                </a:moveTo>
                <a:cubicBezTo>
                  <a:pt x="2533796" y="1855125"/>
                  <a:pt x="2538798" y="1858260"/>
                  <a:pt x="2541400" y="1864530"/>
                </a:cubicBezTo>
                <a:cubicBezTo>
                  <a:pt x="2544003" y="1870800"/>
                  <a:pt x="2545304" y="1890059"/>
                  <a:pt x="2545304" y="1922307"/>
                </a:cubicBezTo>
                <a:lnTo>
                  <a:pt x="2545304" y="2226865"/>
                </a:lnTo>
                <a:cubicBezTo>
                  <a:pt x="2545304" y="2253976"/>
                  <a:pt x="2543973" y="2270540"/>
                  <a:pt x="2541311" y="2276559"/>
                </a:cubicBezTo>
                <a:cubicBezTo>
                  <a:pt x="2538649" y="2282577"/>
                  <a:pt x="2533510" y="2285587"/>
                  <a:pt x="2525896" y="2285587"/>
                </a:cubicBezTo>
                <a:cubicBezTo>
                  <a:pt x="2518851" y="2285587"/>
                  <a:pt x="2513938" y="2282284"/>
                  <a:pt x="2511157" y="2275677"/>
                </a:cubicBezTo>
                <a:cubicBezTo>
                  <a:pt x="2508376" y="2269070"/>
                  <a:pt x="2506985" y="2250643"/>
                  <a:pt x="2506985" y="2220396"/>
                </a:cubicBezTo>
                <a:lnTo>
                  <a:pt x="2506985" y="1922307"/>
                </a:lnTo>
                <a:cubicBezTo>
                  <a:pt x="2506985" y="1889831"/>
                  <a:pt x="2508378" y="1870515"/>
                  <a:pt x="2511165" y="1864359"/>
                </a:cubicBezTo>
                <a:cubicBezTo>
                  <a:pt x="2513951" y="1858203"/>
                  <a:pt x="2519027" y="1855125"/>
                  <a:pt x="2526394" y="1855125"/>
                </a:cubicBezTo>
                <a:close/>
                <a:moveTo>
                  <a:pt x="745219" y="1855125"/>
                </a:moveTo>
                <a:cubicBezTo>
                  <a:pt x="752621" y="1855125"/>
                  <a:pt x="757623" y="1858260"/>
                  <a:pt x="760226" y="1864530"/>
                </a:cubicBezTo>
                <a:cubicBezTo>
                  <a:pt x="762828" y="1870800"/>
                  <a:pt x="764129" y="1890059"/>
                  <a:pt x="764129" y="1922307"/>
                </a:cubicBezTo>
                <a:lnTo>
                  <a:pt x="764129" y="2226865"/>
                </a:lnTo>
                <a:cubicBezTo>
                  <a:pt x="764129" y="2253976"/>
                  <a:pt x="762798" y="2270540"/>
                  <a:pt x="760136" y="2276559"/>
                </a:cubicBezTo>
                <a:cubicBezTo>
                  <a:pt x="757474" y="2282577"/>
                  <a:pt x="752336" y="2285587"/>
                  <a:pt x="744721" y="2285587"/>
                </a:cubicBezTo>
                <a:cubicBezTo>
                  <a:pt x="737676" y="2285587"/>
                  <a:pt x="732763" y="2282284"/>
                  <a:pt x="729982" y="2275677"/>
                </a:cubicBezTo>
                <a:cubicBezTo>
                  <a:pt x="727201" y="2269070"/>
                  <a:pt x="725811" y="2250643"/>
                  <a:pt x="725811" y="2220396"/>
                </a:cubicBezTo>
                <a:lnTo>
                  <a:pt x="725811" y="1922307"/>
                </a:lnTo>
                <a:cubicBezTo>
                  <a:pt x="725811" y="1889831"/>
                  <a:pt x="727204" y="1870515"/>
                  <a:pt x="729990" y="1864359"/>
                </a:cubicBezTo>
                <a:cubicBezTo>
                  <a:pt x="732777" y="1858203"/>
                  <a:pt x="737853" y="1855125"/>
                  <a:pt x="745219" y="1855125"/>
                </a:cubicBezTo>
                <a:close/>
                <a:moveTo>
                  <a:pt x="4051119" y="1718273"/>
                </a:moveTo>
                <a:cubicBezTo>
                  <a:pt x="3984367" y="1722290"/>
                  <a:pt x="3942068" y="1755218"/>
                  <a:pt x="3924220" y="1817056"/>
                </a:cubicBezTo>
                <a:lnTo>
                  <a:pt x="3932182" y="1730217"/>
                </a:lnTo>
                <a:lnTo>
                  <a:pt x="3710730" y="1730217"/>
                </a:lnTo>
                <a:lnTo>
                  <a:pt x="3710730" y="2410495"/>
                </a:lnTo>
                <a:lnTo>
                  <a:pt x="3932182" y="2410495"/>
                </a:lnTo>
                <a:lnTo>
                  <a:pt x="3932182" y="2139777"/>
                </a:lnTo>
                <a:cubicBezTo>
                  <a:pt x="3932182" y="2076323"/>
                  <a:pt x="3933970" y="2036627"/>
                  <a:pt x="3937548" y="2020689"/>
                </a:cubicBezTo>
                <a:cubicBezTo>
                  <a:pt x="3941124" y="2004752"/>
                  <a:pt x="3950484" y="1992415"/>
                  <a:pt x="3965625" y="1983681"/>
                </a:cubicBezTo>
                <a:cubicBezTo>
                  <a:pt x="3980767" y="1974946"/>
                  <a:pt x="4009265" y="1970579"/>
                  <a:pt x="4051119" y="1970579"/>
                </a:cubicBezTo>
                <a:close/>
                <a:moveTo>
                  <a:pt x="3395726" y="1718273"/>
                </a:moveTo>
                <a:cubicBezTo>
                  <a:pt x="3340166" y="1718273"/>
                  <a:pt x="3294244" y="1729263"/>
                  <a:pt x="3257961" y="1751242"/>
                </a:cubicBezTo>
                <a:cubicBezTo>
                  <a:pt x="3221676" y="1773222"/>
                  <a:pt x="3196584" y="1802282"/>
                  <a:pt x="3182684" y="1838423"/>
                </a:cubicBezTo>
                <a:cubicBezTo>
                  <a:pt x="3168784" y="1874564"/>
                  <a:pt x="3161834" y="1923924"/>
                  <a:pt x="3161834" y="1986503"/>
                </a:cubicBezTo>
                <a:lnTo>
                  <a:pt x="3161834" y="2155702"/>
                </a:lnTo>
                <a:cubicBezTo>
                  <a:pt x="3161834" y="2212744"/>
                  <a:pt x="3165631" y="2255850"/>
                  <a:pt x="3173225" y="2285019"/>
                </a:cubicBezTo>
                <a:cubicBezTo>
                  <a:pt x="3180820" y="2314188"/>
                  <a:pt x="3193735" y="2339306"/>
                  <a:pt x="3211971" y="2360374"/>
                </a:cubicBezTo>
                <a:cubicBezTo>
                  <a:pt x="3230208" y="2381440"/>
                  <a:pt x="3255334" y="2397052"/>
                  <a:pt x="3287349" y="2407206"/>
                </a:cubicBezTo>
                <a:cubicBezTo>
                  <a:pt x="3319364" y="2417362"/>
                  <a:pt x="3358310" y="2422439"/>
                  <a:pt x="3404186" y="2422439"/>
                </a:cubicBezTo>
                <a:cubicBezTo>
                  <a:pt x="3445278" y="2422439"/>
                  <a:pt x="3481926" y="2416433"/>
                  <a:pt x="3514131" y="2404423"/>
                </a:cubicBezTo>
                <a:cubicBezTo>
                  <a:pt x="3546335" y="2392412"/>
                  <a:pt x="3572757" y="2373726"/>
                  <a:pt x="3593396" y="2348368"/>
                </a:cubicBezTo>
                <a:cubicBezTo>
                  <a:pt x="3614035" y="2323008"/>
                  <a:pt x="3627472" y="2295865"/>
                  <a:pt x="3633705" y="2266936"/>
                </a:cubicBezTo>
                <a:cubicBezTo>
                  <a:pt x="3639939" y="2238009"/>
                  <a:pt x="3643056" y="2193631"/>
                  <a:pt x="3643056" y="2133806"/>
                </a:cubicBezTo>
                <a:lnTo>
                  <a:pt x="3643056" y="1972072"/>
                </a:lnTo>
                <a:cubicBezTo>
                  <a:pt x="3643056" y="1924686"/>
                  <a:pt x="3639655" y="1888960"/>
                  <a:pt x="3632854" y="1864891"/>
                </a:cubicBezTo>
                <a:cubicBezTo>
                  <a:pt x="3626052" y="1840823"/>
                  <a:pt x="3613359" y="1817392"/>
                  <a:pt x="3594772" y="1794599"/>
                </a:cubicBezTo>
                <a:cubicBezTo>
                  <a:pt x="3576186" y="1771806"/>
                  <a:pt x="3549986" y="1753387"/>
                  <a:pt x="3516172" y="1739341"/>
                </a:cubicBezTo>
                <a:cubicBezTo>
                  <a:pt x="3482358" y="1725296"/>
                  <a:pt x="3442210" y="1718273"/>
                  <a:pt x="3395726" y="1718273"/>
                </a:cubicBezTo>
                <a:close/>
                <a:moveTo>
                  <a:pt x="2519426" y="1718273"/>
                </a:moveTo>
                <a:cubicBezTo>
                  <a:pt x="2463866" y="1718273"/>
                  <a:pt x="2417944" y="1729263"/>
                  <a:pt x="2381660" y="1751242"/>
                </a:cubicBezTo>
                <a:cubicBezTo>
                  <a:pt x="2345376" y="1773222"/>
                  <a:pt x="2320284" y="1802282"/>
                  <a:pt x="2306384" y="1838423"/>
                </a:cubicBezTo>
                <a:cubicBezTo>
                  <a:pt x="2292484" y="1874564"/>
                  <a:pt x="2285534" y="1923924"/>
                  <a:pt x="2285534" y="1986503"/>
                </a:cubicBezTo>
                <a:lnTo>
                  <a:pt x="2285534" y="2155702"/>
                </a:lnTo>
                <a:cubicBezTo>
                  <a:pt x="2285534" y="2212744"/>
                  <a:pt x="2289331" y="2255850"/>
                  <a:pt x="2296925" y="2285019"/>
                </a:cubicBezTo>
                <a:cubicBezTo>
                  <a:pt x="2304519" y="2314188"/>
                  <a:pt x="2317435" y="2339306"/>
                  <a:pt x="2335671" y="2360374"/>
                </a:cubicBezTo>
                <a:cubicBezTo>
                  <a:pt x="2353908" y="2381440"/>
                  <a:pt x="2379034" y="2397052"/>
                  <a:pt x="2411049" y="2407206"/>
                </a:cubicBezTo>
                <a:cubicBezTo>
                  <a:pt x="2443064" y="2417362"/>
                  <a:pt x="2482010" y="2422439"/>
                  <a:pt x="2527886" y="2422439"/>
                </a:cubicBezTo>
                <a:cubicBezTo>
                  <a:pt x="2568978" y="2422439"/>
                  <a:pt x="2605626" y="2416433"/>
                  <a:pt x="2637831" y="2404423"/>
                </a:cubicBezTo>
                <a:cubicBezTo>
                  <a:pt x="2670035" y="2392412"/>
                  <a:pt x="2696456" y="2373726"/>
                  <a:pt x="2717096" y="2348368"/>
                </a:cubicBezTo>
                <a:cubicBezTo>
                  <a:pt x="2737735" y="2323008"/>
                  <a:pt x="2751172" y="2295865"/>
                  <a:pt x="2757405" y="2266936"/>
                </a:cubicBezTo>
                <a:cubicBezTo>
                  <a:pt x="2763638" y="2238009"/>
                  <a:pt x="2766756" y="2193631"/>
                  <a:pt x="2766756" y="2133806"/>
                </a:cubicBezTo>
                <a:lnTo>
                  <a:pt x="2766756" y="1972072"/>
                </a:lnTo>
                <a:cubicBezTo>
                  <a:pt x="2766756" y="1924686"/>
                  <a:pt x="2763355" y="1888960"/>
                  <a:pt x="2756554" y="1864891"/>
                </a:cubicBezTo>
                <a:cubicBezTo>
                  <a:pt x="2749752" y="1840823"/>
                  <a:pt x="2737058" y="1817392"/>
                  <a:pt x="2718472" y="1794599"/>
                </a:cubicBezTo>
                <a:cubicBezTo>
                  <a:pt x="2699886" y="1771806"/>
                  <a:pt x="2673686" y="1753387"/>
                  <a:pt x="2639872" y="1739341"/>
                </a:cubicBezTo>
                <a:cubicBezTo>
                  <a:pt x="2606058" y="1725296"/>
                  <a:pt x="2565910" y="1718273"/>
                  <a:pt x="2519426" y="1718273"/>
                </a:cubicBezTo>
                <a:close/>
                <a:moveTo>
                  <a:pt x="738252" y="1718273"/>
                </a:moveTo>
                <a:cubicBezTo>
                  <a:pt x="682692" y="1718273"/>
                  <a:pt x="636770" y="1729263"/>
                  <a:pt x="600486" y="1751242"/>
                </a:cubicBezTo>
                <a:cubicBezTo>
                  <a:pt x="564202" y="1773222"/>
                  <a:pt x="539110" y="1802282"/>
                  <a:pt x="525209" y="1838423"/>
                </a:cubicBezTo>
                <a:cubicBezTo>
                  <a:pt x="511309" y="1874564"/>
                  <a:pt x="504359" y="1923924"/>
                  <a:pt x="504359" y="1986503"/>
                </a:cubicBezTo>
                <a:lnTo>
                  <a:pt x="504359" y="2155702"/>
                </a:lnTo>
                <a:cubicBezTo>
                  <a:pt x="504359" y="2212744"/>
                  <a:pt x="508157" y="2255850"/>
                  <a:pt x="515751" y="2285019"/>
                </a:cubicBezTo>
                <a:cubicBezTo>
                  <a:pt x="523345" y="2314188"/>
                  <a:pt x="536260" y="2339306"/>
                  <a:pt x="554497" y="2360374"/>
                </a:cubicBezTo>
                <a:cubicBezTo>
                  <a:pt x="572733" y="2381440"/>
                  <a:pt x="597859" y="2397052"/>
                  <a:pt x="629874" y="2407206"/>
                </a:cubicBezTo>
                <a:cubicBezTo>
                  <a:pt x="661889" y="2417362"/>
                  <a:pt x="700836" y="2422439"/>
                  <a:pt x="746712" y="2422439"/>
                </a:cubicBezTo>
                <a:cubicBezTo>
                  <a:pt x="787803" y="2422439"/>
                  <a:pt x="824452" y="2416433"/>
                  <a:pt x="856656" y="2404423"/>
                </a:cubicBezTo>
                <a:cubicBezTo>
                  <a:pt x="888860" y="2392412"/>
                  <a:pt x="915282" y="2373726"/>
                  <a:pt x="935921" y="2348368"/>
                </a:cubicBezTo>
                <a:cubicBezTo>
                  <a:pt x="956560" y="2323008"/>
                  <a:pt x="969997" y="2295865"/>
                  <a:pt x="976230" y="2266936"/>
                </a:cubicBezTo>
                <a:cubicBezTo>
                  <a:pt x="982464" y="2238009"/>
                  <a:pt x="985581" y="2193631"/>
                  <a:pt x="985581" y="2133806"/>
                </a:cubicBezTo>
                <a:lnTo>
                  <a:pt x="985581" y="1972072"/>
                </a:lnTo>
                <a:cubicBezTo>
                  <a:pt x="985581" y="1924686"/>
                  <a:pt x="982180" y="1888960"/>
                  <a:pt x="975379" y="1864891"/>
                </a:cubicBezTo>
                <a:cubicBezTo>
                  <a:pt x="968578" y="1840823"/>
                  <a:pt x="955884" y="1817392"/>
                  <a:pt x="937298" y="1794599"/>
                </a:cubicBezTo>
                <a:cubicBezTo>
                  <a:pt x="918711" y="1771806"/>
                  <a:pt x="892511" y="1753387"/>
                  <a:pt x="858697" y="1739341"/>
                </a:cubicBezTo>
                <a:cubicBezTo>
                  <a:pt x="824883" y="1725296"/>
                  <a:pt x="784735" y="1718273"/>
                  <a:pt x="738252" y="1718273"/>
                </a:cubicBezTo>
                <a:close/>
                <a:moveTo>
                  <a:pt x="2844881" y="1642133"/>
                </a:moveTo>
                <a:lnTo>
                  <a:pt x="2844881" y="1746141"/>
                </a:lnTo>
                <a:lnTo>
                  <a:pt x="2801586" y="1746141"/>
                </a:lnTo>
                <a:lnTo>
                  <a:pt x="2801586" y="1870552"/>
                </a:lnTo>
                <a:lnTo>
                  <a:pt x="2844881" y="1870552"/>
                </a:lnTo>
                <a:lnTo>
                  <a:pt x="2844881" y="2196011"/>
                </a:lnTo>
                <a:cubicBezTo>
                  <a:pt x="2844881" y="2262534"/>
                  <a:pt x="2846847" y="2305359"/>
                  <a:pt x="2850779" y="2324485"/>
                </a:cubicBezTo>
                <a:cubicBezTo>
                  <a:pt x="2854710" y="2343610"/>
                  <a:pt x="2864837" y="2360699"/>
                  <a:pt x="2881158" y="2375750"/>
                </a:cubicBezTo>
                <a:cubicBezTo>
                  <a:pt x="2897479" y="2390801"/>
                  <a:pt x="2916045" y="2400355"/>
                  <a:pt x="2936856" y="2404411"/>
                </a:cubicBezTo>
                <a:cubicBezTo>
                  <a:pt x="2957666" y="2408467"/>
                  <a:pt x="2991370" y="2410495"/>
                  <a:pt x="3037967" y="2410495"/>
                </a:cubicBezTo>
                <a:lnTo>
                  <a:pt x="3129533" y="2410495"/>
                </a:lnTo>
                <a:lnTo>
                  <a:pt x="3129533" y="2284094"/>
                </a:lnTo>
                <a:cubicBezTo>
                  <a:pt x="3092785" y="2284094"/>
                  <a:pt x="3073148" y="2282690"/>
                  <a:pt x="3070621" y="2279884"/>
                </a:cubicBezTo>
                <a:cubicBezTo>
                  <a:pt x="3068094" y="2277076"/>
                  <a:pt x="3066830" y="2255091"/>
                  <a:pt x="3066830" y="2213926"/>
                </a:cubicBezTo>
                <a:lnTo>
                  <a:pt x="3066830" y="1870552"/>
                </a:lnTo>
                <a:lnTo>
                  <a:pt x="3121074" y="1870552"/>
                </a:lnTo>
                <a:lnTo>
                  <a:pt x="3121074" y="1746141"/>
                </a:lnTo>
                <a:lnTo>
                  <a:pt x="3066830" y="1746141"/>
                </a:lnTo>
                <a:lnTo>
                  <a:pt x="3066830" y="1642133"/>
                </a:lnTo>
                <a:close/>
                <a:moveTo>
                  <a:pt x="1545002" y="1584904"/>
                </a:moveTo>
                <a:lnTo>
                  <a:pt x="1545002" y="2410495"/>
                </a:lnTo>
                <a:lnTo>
                  <a:pt x="1748531" y="2410495"/>
                </a:lnTo>
                <a:lnTo>
                  <a:pt x="1748717" y="1879012"/>
                </a:lnTo>
                <a:lnTo>
                  <a:pt x="1806483" y="2410495"/>
                </a:lnTo>
                <a:lnTo>
                  <a:pt x="1954252" y="2410495"/>
                </a:lnTo>
                <a:lnTo>
                  <a:pt x="2008130" y="1866571"/>
                </a:lnTo>
                <a:lnTo>
                  <a:pt x="2008316" y="2410495"/>
                </a:lnTo>
                <a:lnTo>
                  <a:pt x="2211845" y="2410495"/>
                </a:lnTo>
                <a:lnTo>
                  <a:pt x="2211845" y="1584904"/>
                </a:lnTo>
                <a:lnTo>
                  <a:pt x="1919969" y="1584904"/>
                </a:lnTo>
                <a:lnTo>
                  <a:pt x="1880204" y="1961123"/>
                </a:lnTo>
                <a:lnTo>
                  <a:pt x="1860983" y="1763216"/>
                </a:lnTo>
                <a:cubicBezTo>
                  <a:pt x="1852461" y="1697579"/>
                  <a:pt x="1843780" y="1638142"/>
                  <a:pt x="1834942" y="1584904"/>
                </a:cubicBezTo>
                <a:close/>
                <a:moveTo>
                  <a:pt x="1245844" y="1584904"/>
                </a:moveTo>
                <a:cubicBezTo>
                  <a:pt x="1200299" y="1584904"/>
                  <a:pt x="1166248" y="1588076"/>
                  <a:pt x="1143691" y="1594418"/>
                </a:cubicBezTo>
                <a:cubicBezTo>
                  <a:pt x="1121133" y="1600760"/>
                  <a:pt x="1103288" y="1610315"/>
                  <a:pt x="1090152" y="1623083"/>
                </a:cubicBezTo>
                <a:cubicBezTo>
                  <a:pt x="1077016" y="1635851"/>
                  <a:pt x="1068826" y="1650162"/>
                  <a:pt x="1065585" y="1666017"/>
                </a:cubicBezTo>
                <a:cubicBezTo>
                  <a:pt x="1062342" y="1681871"/>
                  <a:pt x="1060721" y="1708579"/>
                  <a:pt x="1060721" y="1746141"/>
                </a:cubicBezTo>
                <a:lnTo>
                  <a:pt x="1019416" y="1746141"/>
                </a:lnTo>
                <a:lnTo>
                  <a:pt x="1019416" y="1870552"/>
                </a:lnTo>
                <a:lnTo>
                  <a:pt x="1060721" y="1870552"/>
                </a:lnTo>
                <a:lnTo>
                  <a:pt x="1060721" y="2410495"/>
                </a:lnTo>
                <a:lnTo>
                  <a:pt x="1282172" y="2410495"/>
                </a:lnTo>
                <a:lnTo>
                  <a:pt x="1282172" y="1870552"/>
                </a:lnTo>
                <a:lnTo>
                  <a:pt x="1329946" y="1870552"/>
                </a:lnTo>
                <a:lnTo>
                  <a:pt x="1329946" y="1746141"/>
                </a:lnTo>
                <a:lnTo>
                  <a:pt x="1245346" y="1746141"/>
                </a:lnTo>
                <a:lnTo>
                  <a:pt x="1245346" y="1735193"/>
                </a:lnTo>
                <a:cubicBezTo>
                  <a:pt x="1245346" y="1721238"/>
                  <a:pt x="1247771" y="1713022"/>
                  <a:pt x="1252621" y="1710544"/>
                </a:cubicBezTo>
                <a:cubicBezTo>
                  <a:pt x="1257470" y="1708066"/>
                  <a:pt x="1283245" y="1706827"/>
                  <a:pt x="1329946" y="1706827"/>
                </a:cubicBezTo>
                <a:lnTo>
                  <a:pt x="1329946" y="1584904"/>
                </a:lnTo>
                <a:close/>
                <a:moveTo>
                  <a:pt x="3584664" y="635925"/>
                </a:moveTo>
                <a:cubicBezTo>
                  <a:pt x="3591180" y="635925"/>
                  <a:pt x="3595794" y="639626"/>
                  <a:pt x="3598508" y="647029"/>
                </a:cubicBezTo>
                <a:cubicBezTo>
                  <a:pt x="3601222" y="654431"/>
                  <a:pt x="3602578" y="674451"/>
                  <a:pt x="3602578" y="707088"/>
                </a:cubicBezTo>
                <a:lnTo>
                  <a:pt x="3602578" y="745407"/>
                </a:lnTo>
                <a:lnTo>
                  <a:pt x="3564260" y="745407"/>
                </a:lnTo>
                <a:lnTo>
                  <a:pt x="3564260" y="707088"/>
                </a:lnTo>
                <a:cubicBezTo>
                  <a:pt x="3564260" y="671030"/>
                  <a:pt x="3565376" y="650155"/>
                  <a:pt x="3567608" y="644463"/>
                </a:cubicBezTo>
                <a:cubicBezTo>
                  <a:pt x="3569839" y="638771"/>
                  <a:pt x="3575524" y="635925"/>
                  <a:pt x="3584664" y="635925"/>
                </a:cubicBezTo>
                <a:close/>
                <a:moveTo>
                  <a:pt x="1784439" y="635925"/>
                </a:moveTo>
                <a:cubicBezTo>
                  <a:pt x="1790955" y="635925"/>
                  <a:pt x="1795570" y="639626"/>
                  <a:pt x="1798283" y="647029"/>
                </a:cubicBezTo>
                <a:cubicBezTo>
                  <a:pt x="1800997" y="654431"/>
                  <a:pt x="1802354" y="674451"/>
                  <a:pt x="1802354" y="707088"/>
                </a:cubicBezTo>
                <a:lnTo>
                  <a:pt x="1802354" y="745407"/>
                </a:lnTo>
                <a:lnTo>
                  <a:pt x="1764035" y="745407"/>
                </a:lnTo>
                <a:lnTo>
                  <a:pt x="1764035" y="707088"/>
                </a:lnTo>
                <a:cubicBezTo>
                  <a:pt x="1764035" y="671030"/>
                  <a:pt x="1765151" y="650155"/>
                  <a:pt x="1767383" y="644463"/>
                </a:cubicBezTo>
                <a:cubicBezTo>
                  <a:pt x="1769614" y="638771"/>
                  <a:pt x="1775300" y="635925"/>
                  <a:pt x="1784439" y="635925"/>
                </a:cubicBezTo>
                <a:close/>
                <a:moveTo>
                  <a:pt x="4119129" y="499073"/>
                </a:moveTo>
                <a:cubicBezTo>
                  <a:pt x="4064554" y="499073"/>
                  <a:pt x="4017959" y="510814"/>
                  <a:pt x="3979345" y="534297"/>
                </a:cubicBezTo>
                <a:cubicBezTo>
                  <a:pt x="3940731" y="557779"/>
                  <a:pt x="3915476" y="584567"/>
                  <a:pt x="3903579" y="614659"/>
                </a:cubicBezTo>
                <a:cubicBezTo>
                  <a:pt x="3891682" y="644751"/>
                  <a:pt x="3885734" y="688499"/>
                  <a:pt x="3885734" y="745905"/>
                </a:cubicBezTo>
                <a:lnTo>
                  <a:pt x="3885734" y="933516"/>
                </a:lnTo>
                <a:cubicBezTo>
                  <a:pt x="3885734" y="999314"/>
                  <a:pt x="3892936" y="1050522"/>
                  <a:pt x="3907342" y="1087141"/>
                </a:cubicBezTo>
                <a:cubicBezTo>
                  <a:pt x="3921748" y="1123759"/>
                  <a:pt x="3946379" y="1152263"/>
                  <a:pt x="3981234" y="1172654"/>
                </a:cubicBezTo>
                <a:cubicBezTo>
                  <a:pt x="4016090" y="1193044"/>
                  <a:pt x="4062884" y="1203240"/>
                  <a:pt x="4121617" y="1203240"/>
                </a:cubicBezTo>
                <a:cubicBezTo>
                  <a:pt x="4167680" y="1203240"/>
                  <a:pt x="4206610" y="1195815"/>
                  <a:pt x="4238408" y="1180966"/>
                </a:cubicBezTo>
                <a:cubicBezTo>
                  <a:pt x="4270205" y="1166117"/>
                  <a:pt x="4295938" y="1144160"/>
                  <a:pt x="4315605" y="1115094"/>
                </a:cubicBezTo>
                <a:cubicBezTo>
                  <a:pt x="4335272" y="1086029"/>
                  <a:pt x="4346922" y="1057733"/>
                  <a:pt x="4350556" y="1030207"/>
                </a:cubicBezTo>
                <a:cubicBezTo>
                  <a:pt x="4354190" y="1002681"/>
                  <a:pt x="4356173" y="959171"/>
                  <a:pt x="4356505" y="899677"/>
                </a:cubicBezTo>
                <a:lnTo>
                  <a:pt x="4156950" y="899677"/>
                </a:lnTo>
                <a:lnTo>
                  <a:pt x="4156950" y="988257"/>
                </a:lnTo>
                <a:cubicBezTo>
                  <a:pt x="4156950" y="1021107"/>
                  <a:pt x="4155064" y="1042341"/>
                  <a:pt x="4151293" y="1051959"/>
                </a:cubicBezTo>
                <a:cubicBezTo>
                  <a:pt x="4147522" y="1061578"/>
                  <a:pt x="4141113" y="1066387"/>
                  <a:pt x="4132068" y="1066387"/>
                </a:cubicBezTo>
                <a:cubicBezTo>
                  <a:pt x="4124769" y="1066387"/>
                  <a:pt x="4118797" y="1061807"/>
                  <a:pt x="4114152" y="1052648"/>
                </a:cubicBezTo>
                <a:cubicBezTo>
                  <a:pt x="4109508" y="1043488"/>
                  <a:pt x="4107185" y="1027830"/>
                  <a:pt x="4107185" y="1005675"/>
                </a:cubicBezTo>
                <a:lnTo>
                  <a:pt x="4107185" y="694149"/>
                </a:lnTo>
                <a:cubicBezTo>
                  <a:pt x="4107185" y="666603"/>
                  <a:pt x="4108537" y="650012"/>
                  <a:pt x="4111240" y="644377"/>
                </a:cubicBezTo>
                <a:cubicBezTo>
                  <a:pt x="4113944" y="638742"/>
                  <a:pt x="4118895" y="635925"/>
                  <a:pt x="4126096" y="635925"/>
                </a:cubicBezTo>
                <a:cubicBezTo>
                  <a:pt x="4133342" y="635925"/>
                  <a:pt x="4138554" y="639410"/>
                  <a:pt x="4141732" y="646379"/>
                </a:cubicBezTo>
                <a:cubicBezTo>
                  <a:pt x="4144910" y="653349"/>
                  <a:pt x="4146499" y="669273"/>
                  <a:pt x="4146499" y="694149"/>
                </a:cubicBezTo>
                <a:lnTo>
                  <a:pt x="4146499" y="780242"/>
                </a:lnTo>
                <a:lnTo>
                  <a:pt x="4356505" y="780242"/>
                </a:lnTo>
                <a:cubicBezTo>
                  <a:pt x="4356505" y="710598"/>
                  <a:pt x="4350073" y="658044"/>
                  <a:pt x="4337209" y="622582"/>
                </a:cubicBezTo>
                <a:cubicBezTo>
                  <a:pt x="4324346" y="587120"/>
                  <a:pt x="4298326" y="557669"/>
                  <a:pt x="4259149" y="534231"/>
                </a:cubicBezTo>
                <a:cubicBezTo>
                  <a:pt x="4219973" y="510792"/>
                  <a:pt x="4173299" y="499073"/>
                  <a:pt x="4119129" y="499073"/>
                </a:cubicBezTo>
                <a:close/>
                <a:moveTo>
                  <a:pt x="3575208" y="499073"/>
                </a:moveTo>
                <a:cubicBezTo>
                  <a:pt x="3527538" y="499073"/>
                  <a:pt x="3485086" y="508382"/>
                  <a:pt x="3447850" y="526999"/>
                </a:cubicBezTo>
                <a:cubicBezTo>
                  <a:pt x="3410615" y="545617"/>
                  <a:pt x="3383799" y="572455"/>
                  <a:pt x="3367403" y="607513"/>
                </a:cubicBezTo>
                <a:cubicBezTo>
                  <a:pt x="3351006" y="642571"/>
                  <a:pt x="3342808" y="689697"/>
                  <a:pt x="3342808" y="748890"/>
                </a:cubicBezTo>
                <a:lnTo>
                  <a:pt x="3342808" y="941479"/>
                </a:lnTo>
                <a:cubicBezTo>
                  <a:pt x="3342808" y="991575"/>
                  <a:pt x="3346442" y="1030036"/>
                  <a:pt x="3353710" y="1056862"/>
                </a:cubicBezTo>
                <a:cubicBezTo>
                  <a:pt x="3360978" y="1083689"/>
                  <a:pt x="3374154" y="1108396"/>
                  <a:pt x="3393238" y="1130984"/>
                </a:cubicBezTo>
                <a:cubicBezTo>
                  <a:pt x="3412322" y="1153572"/>
                  <a:pt x="3438806" y="1171262"/>
                  <a:pt x="3472690" y="1184053"/>
                </a:cubicBezTo>
                <a:cubicBezTo>
                  <a:pt x="3506574" y="1196844"/>
                  <a:pt x="3545391" y="1203240"/>
                  <a:pt x="3589142" y="1203240"/>
                </a:cubicBezTo>
                <a:cubicBezTo>
                  <a:pt x="3634448" y="1203240"/>
                  <a:pt x="3672343" y="1196708"/>
                  <a:pt x="3702827" y="1183645"/>
                </a:cubicBezTo>
                <a:cubicBezTo>
                  <a:pt x="3733310" y="1170582"/>
                  <a:pt x="3758522" y="1150929"/>
                  <a:pt x="3778465" y="1124685"/>
                </a:cubicBezTo>
                <a:cubicBezTo>
                  <a:pt x="3798406" y="1098443"/>
                  <a:pt x="3811069" y="1073862"/>
                  <a:pt x="3816453" y="1050945"/>
                </a:cubicBezTo>
                <a:cubicBezTo>
                  <a:pt x="3821836" y="1028027"/>
                  <a:pt x="3824528" y="995851"/>
                  <a:pt x="3824528" y="954417"/>
                </a:cubicBezTo>
                <a:lnTo>
                  <a:pt x="3824528" y="895695"/>
                </a:lnTo>
                <a:lnTo>
                  <a:pt x="3613527" y="895695"/>
                </a:lnTo>
                <a:lnTo>
                  <a:pt x="3613527" y="992736"/>
                </a:lnTo>
                <a:cubicBezTo>
                  <a:pt x="3613527" y="1024036"/>
                  <a:pt x="3611527" y="1044136"/>
                  <a:pt x="3607528" y="1053036"/>
                </a:cubicBezTo>
                <a:cubicBezTo>
                  <a:pt x="3603528" y="1061937"/>
                  <a:pt x="3596073" y="1066387"/>
                  <a:pt x="3585161" y="1066387"/>
                </a:cubicBezTo>
                <a:cubicBezTo>
                  <a:pt x="3577224" y="1066387"/>
                  <a:pt x="3571757" y="1063389"/>
                  <a:pt x="3568758" y="1057391"/>
                </a:cubicBezTo>
                <a:cubicBezTo>
                  <a:pt x="3565759" y="1051393"/>
                  <a:pt x="3564260" y="1034154"/>
                  <a:pt x="3564260" y="1005675"/>
                </a:cubicBezTo>
                <a:lnTo>
                  <a:pt x="3564260" y="872804"/>
                </a:lnTo>
                <a:lnTo>
                  <a:pt x="3824528" y="872804"/>
                </a:lnTo>
                <a:lnTo>
                  <a:pt x="3824528" y="775265"/>
                </a:lnTo>
                <a:cubicBezTo>
                  <a:pt x="3824528" y="710043"/>
                  <a:pt x="3816803" y="658946"/>
                  <a:pt x="3801352" y="621976"/>
                </a:cubicBezTo>
                <a:cubicBezTo>
                  <a:pt x="3785902" y="585005"/>
                  <a:pt x="3758920" y="555278"/>
                  <a:pt x="3720408" y="532796"/>
                </a:cubicBezTo>
                <a:cubicBezTo>
                  <a:pt x="3681895" y="510314"/>
                  <a:pt x="3633495" y="499073"/>
                  <a:pt x="3575208" y="499073"/>
                </a:cubicBezTo>
                <a:close/>
                <a:moveTo>
                  <a:pt x="1774984" y="499073"/>
                </a:moveTo>
                <a:cubicBezTo>
                  <a:pt x="1727313" y="499073"/>
                  <a:pt x="1684861" y="508382"/>
                  <a:pt x="1647625" y="526999"/>
                </a:cubicBezTo>
                <a:cubicBezTo>
                  <a:pt x="1610390" y="545617"/>
                  <a:pt x="1583574" y="572455"/>
                  <a:pt x="1567178" y="607513"/>
                </a:cubicBezTo>
                <a:cubicBezTo>
                  <a:pt x="1550782" y="642571"/>
                  <a:pt x="1542584" y="689697"/>
                  <a:pt x="1542584" y="748890"/>
                </a:cubicBezTo>
                <a:lnTo>
                  <a:pt x="1542584" y="941479"/>
                </a:lnTo>
                <a:cubicBezTo>
                  <a:pt x="1542584" y="991575"/>
                  <a:pt x="1546218" y="1030036"/>
                  <a:pt x="1553486" y="1056862"/>
                </a:cubicBezTo>
                <a:cubicBezTo>
                  <a:pt x="1560753" y="1083689"/>
                  <a:pt x="1573929" y="1108396"/>
                  <a:pt x="1593013" y="1130984"/>
                </a:cubicBezTo>
                <a:cubicBezTo>
                  <a:pt x="1612097" y="1153572"/>
                  <a:pt x="1638581" y="1171262"/>
                  <a:pt x="1672465" y="1184053"/>
                </a:cubicBezTo>
                <a:cubicBezTo>
                  <a:pt x="1706349" y="1196844"/>
                  <a:pt x="1745166" y="1203240"/>
                  <a:pt x="1788918" y="1203240"/>
                </a:cubicBezTo>
                <a:cubicBezTo>
                  <a:pt x="1834224" y="1203240"/>
                  <a:pt x="1872119" y="1196708"/>
                  <a:pt x="1902602" y="1183645"/>
                </a:cubicBezTo>
                <a:cubicBezTo>
                  <a:pt x="1933085" y="1170582"/>
                  <a:pt x="1958298" y="1150929"/>
                  <a:pt x="1978240" y="1124685"/>
                </a:cubicBezTo>
                <a:cubicBezTo>
                  <a:pt x="1998182" y="1098443"/>
                  <a:pt x="2010845" y="1073862"/>
                  <a:pt x="2016228" y="1050945"/>
                </a:cubicBezTo>
                <a:cubicBezTo>
                  <a:pt x="2021612" y="1028027"/>
                  <a:pt x="2024303" y="995851"/>
                  <a:pt x="2024303" y="954417"/>
                </a:cubicBezTo>
                <a:lnTo>
                  <a:pt x="2024303" y="895695"/>
                </a:lnTo>
                <a:lnTo>
                  <a:pt x="1813302" y="895695"/>
                </a:lnTo>
                <a:lnTo>
                  <a:pt x="1813302" y="992736"/>
                </a:lnTo>
                <a:cubicBezTo>
                  <a:pt x="1813302" y="1024036"/>
                  <a:pt x="1811302" y="1044136"/>
                  <a:pt x="1807303" y="1053036"/>
                </a:cubicBezTo>
                <a:cubicBezTo>
                  <a:pt x="1803304" y="1061937"/>
                  <a:pt x="1795848" y="1066387"/>
                  <a:pt x="1784936" y="1066387"/>
                </a:cubicBezTo>
                <a:cubicBezTo>
                  <a:pt x="1777000" y="1066387"/>
                  <a:pt x="1771532" y="1063389"/>
                  <a:pt x="1768533" y="1057391"/>
                </a:cubicBezTo>
                <a:cubicBezTo>
                  <a:pt x="1765535" y="1051393"/>
                  <a:pt x="1764035" y="1034154"/>
                  <a:pt x="1764035" y="1005675"/>
                </a:cubicBezTo>
                <a:lnTo>
                  <a:pt x="1764035" y="872804"/>
                </a:lnTo>
                <a:lnTo>
                  <a:pt x="2024303" y="872804"/>
                </a:lnTo>
                <a:lnTo>
                  <a:pt x="2024303" y="775265"/>
                </a:lnTo>
                <a:cubicBezTo>
                  <a:pt x="2024303" y="710043"/>
                  <a:pt x="2016578" y="658946"/>
                  <a:pt x="2001128" y="621976"/>
                </a:cubicBezTo>
                <a:cubicBezTo>
                  <a:pt x="1985677" y="585005"/>
                  <a:pt x="1958696" y="555278"/>
                  <a:pt x="1920183" y="532796"/>
                </a:cubicBezTo>
                <a:cubicBezTo>
                  <a:pt x="1881670" y="510314"/>
                  <a:pt x="1833270" y="499073"/>
                  <a:pt x="1774984" y="499073"/>
                </a:cubicBezTo>
                <a:close/>
                <a:moveTo>
                  <a:pt x="4426031" y="422934"/>
                </a:moveTo>
                <a:lnTo>
                  <a:pt x="4426031" y="526941"/>
                </a:lnTo>
                <a:lnTo>
                  <a:pt x="4382736" y="526941"/>
                </a:lnTo>
                <a:lnTo>
                  <a:pt x="4382736" y="651352"/>
                </a:lnTo>
                <a:lnTo>
                  <a:pt x="4426031" y="651352"/>
                </a:lnTo>
                <a:lnTo>
                  <a:pt x="4426031" y="976811"/>
                </a:lnTo>
                <a:cubicBezTo>
                  <a:pt x="4426031" y="1043335"/>
                  <a:pt x="4427997" y="1086160"/>
                  <a:pt x="4431929" y="1105285"/>
                </a:cubicBezTo>
                <a:cubicBezTo>
                  <a:pt x="4435860" y="1124411"/>
                  <a:pt x="4445987" y="1141499"/>
                  <a:pt x="4462308" y="1156550"/>
                </a:cubicBezTo>
                <a:cubicBezTo>
                  <a:pt x="4478629" y="1171601"/>
                  <a:pt x="4497195" y="1181155"/>
                  <a:pt x="4518006" y="1185211"/>
                </a:cubicBezTo>
                <a:cubicBezTo>
                  <a:pt x="4538816" y="1189268"/>
                  <a:pt x="4572520" y="1191296"/>
                  <a:pt x="4619117" y="1191296"/>
                </a:cubicBezTo>
                <a:lnTo>
                  <a:pt x="4710684" y="1191296"/>
                </a:lnTo>
                <a:lnTo>
                  <a:pt x="4710684" y="1064895"/>
                </a:lnTo>
                <a:cubicBezTo>
                  <a:pt x="4673936" y="1064895"/>
                  <a:pt x="4654298" y="1063491"/>
                  <a:pt x="4651770" y="1060684"/>
                </a:cubicBezTo>
                <a:cubicBezTo>
                  <a:pt x="4649244" y="1057877"/>
                  <a:pt x="4647980" y="1035891"/>
                  <a:pt x="4647980" y="994726"/>
                </a:cubicBezTo>
                <a:lnTo>
                  <a:pt x="4647980" y="651352"/>
                </a:lnTo>
                <a:lnTo>
                  <a:pt x="4702224" y="651352"/>
                </a:lnTo>
                <a:lnTo>
                  <a:pt x="4702224" y="526941"/>
                </a:lnTo>
                <a:lnTo>
                  <a:pt x="4647980" y="526941"/>
                </a:lnTo>
                <a:lnTo>
                  <a:pt x="4647980" y="422934"/>
                </a:lnTo>
                <a:close/>
                <a:moveTo>
                  <a:pt x="3227044" y="365704"/>
                </a:moveTo>
                <a:cubicBezTo>
                  <a:pt x="3181499" y="365704"/>
                  <a:pt x="3147448" y="368876"/>
                  <a:pt x="3124890" y="375218"/>
                </a:cubicBezTo>
                <a:cubicBezTo>
                  <a:pt x="3102333" y="381560"/>
                  <a:pt x="3084487" y="391115"/>
                  <a:pt x="3071351" y="403883"/>
                </a:cubicBezTo>
                <a:cubicBezTo>
                  <a:pt x="3058215" y="416651"/>
                  <a:pt x="3050026" y="430962"/>
                  <a:pt x="3046784" y="446816"/>
                </a:cubicBezTo>
                <a:cubicBezTo>
                  <a:pt x="3043541" y="462671"/>
                  <a:pt x="3041920" y="489379"/>
                  <a:pt x="3041920" y="526941"/>
                </a:cubicBezTo>
                <a:lnTo>
                  <a:pt x="3000616" y="526941"/>
                </a:lnTo>
                <a:lnTo>
                  <a:pt x="3000616" y="651352"/>
                </a:lnTo>
                <a:lnTo>
                  <a:pt x="3041920" y="651352"/>
                </a:lnTo>
                <a:lnTo>
                  <a:pt x="3041920" y="1191296"/>
                </a:lnTo>
                <a:lnTo>
                  <a:pt x="3263372" y="1191296"/>
                </a:lnTo>
                <a:lnTo>
                  <a:pt x="3263372" y="651352"/>
                </a:lnTo>
                <a:lnTo>
                  <a:pt x="3311146" y="651352"/>
                </a:lnTo>
                <a:lnTo>
                  <a:pt x="3311146" y="526941"/>
                </a:lnTo>
                <a:lnTo>
                  <a:pt x="3226546" y="526941"/>
                </a:lnTo>
                <a:lnTo>
                  <a:pt x="3226546" y="515993"/>
                </a:lnTo>
                <a:cubicBezTo>
                  <a:pt x="3226546" y="502038"/>
                  <a:pt x="3228970" y="493822"/>
                  <a:pt x="3233820" y="491344"/>
                </a:cubicBezTo>
                <a:cubicBezTo>
                  <a:pt x="3238670" y="488866"/>
                  <a:pt x="3264444" y="487627"/>
                  <a:pt x="3311146" y="487627"/>
                </a:cubicBezTo>
                <a:lnTo>
                  <a:pt x="3311146" y="365704"/>
                </a:lnTo>
                <a:close/>
                <a:moveTo>
                  <a:pt x="2912719" y="365704"/>
                </a:moveTo>
                <a:cubicBezTo>
                  <a:pt x="2867174" y="365704"/>
                  <a:pt x="2833123" y="368876"/>
                  <a:pt x="2810566" y="375218"/>
                </a:cubicBezTo>
                <a:cubicBezTo>
                  <a:pt x="2788008" y="381560"/>
                  <a:pt x="2770162" y="391115"/>
                  <a:pt x="2757026" y="403883"/>
                </a:cubicBezTo>
                <a:cubicBezTo>
                  <a:pt x="2743890" y="416651"/>
                  <a:pt x="2735701" y="430962"/>
                  <a:pt x="2732459" y="446816"/>
                </a:cubicBezTo>
                <a:cubicBezTo>
                  <a:pt x="2729216" y="462671"/>
                  <a:pt x="2727595" y="489379"/>
                  <a:pt x="2727595" y="526941"/>
                </a:cubicBezTo>
                <a:lnTo>
                  <a:pt x="2686291" y="526941"/>
                </a:lnTo>
                <a:lnTo>
                  <a:pt x="2686291" y="651352"/>
                </a:lnTo>
                <a:lnTo>
                  <a:pt x="2727595" y="651352"/>
                </a:lnTo>
                <a:lnTo>
                  <a:pt x="2727595" y="1191296"/>
                </a:lnTo>
                <a:lnTo>
                  <a:pt x="2949047" y="1191296"/>
                </a:lnTo>
                <a:lnTo>
                  <a:pt x="2949047" y="651352"/>
                </a:lnTo>
                <a:lnTo>
                  <a:pt x="2996820" y="651352"/>
                </a:lnTo>
                <a:lnTo>
                  <a:pt x="2996820" y="526941"/>
                </a:lnTo>
                <a:lnTo>
                  <a:pt x="2912221" y="526941"/>
                </a:lnTo>
                <a:lnTo>
                  <a:pt x="2912221" y="515993"/>
                </a:lnTo>
                <a:cubicBezTo>
                  <a:pt x="2912221" y="502038"/>
                  <a:pt x="2914646" y="493822"/>
                  <a:pt x="2919495" y="491344"/>
                </a:cubicBezTo>
                <a:cubicBezTo>
                  <a:pt x="2924345" y="488866"/>
                  <a:pt x="2950120" y="487627"/>
                  <a:pt x="2996820" y="487627"/>
                </a:cubicBezTo>
                <a:lnTo>
                  <a:pt x="2996820" y="365704"/>
                </a:lnTo>
                <a:close/>
                <a:moveTo>
                  <a:pt x="2278427" y="365704"/>
                </a:moveTo>
                <a:lnTo>
                  <a:pt x="2278427" y="1191296"/>
                </a:lnTo>
                <a:lnTo>
                  <a:pt x="2662111" y="1191296"/>
                </a:lnTo>
                <a:lnTo>
                  <a:pt x="2662111" y="1010153"/>
                </a:lnTo>
                <a:lnTo>
                  <a:pt x="2508339" y="1010153"/>
                </a:lnTo>
                <a:lnTo>
                  <a:pt x="2508339" y="852898"/>
                </a:lnTo>
                <a:lnTo>
                  <a:pt x="2639219" y="852898"/>
                </a:lnTo>
                <a:lnTo>
                  <a:pt x="2639219" y="679718"/>
                </a:lnTo>
                <a:lnTo>
                  <a:pt x="2508339" y="679718"/>
                </a:lnTo>
                <a:lnTo>
                  <a:pt x="2508339" y="546847"/>
                </a:lnTo>
                <a:lnTo>
                  <a:pt x="2648177" y="546847"/>
                </a:lnTo>
                <a:lnTo>
                  <a:pt x="2648177" y="365704"/>
                </a:lnTo>
                <a:close/>
                <a:moveTo>
                  <a:pt x="996106" y="365704"/>
                </a:moveTo>
                <a:lnTo>
                  <a:pt x="996106" y="1191296"/>
                </a:lnTo>
                <a:lnTo>
                  <a:pt x="1217557" y="1191296"/>
                </a:lnTo>
                <a:lnTo>
                  <a:pt x="1217557" y="710074"/>
                </a:lnTo>
                <a:cubicBezTo>
                  <a:pt x="1217557" y="677530"/>
                  <a:pt x="1219171" y="657036"/>
                  <a:pt x="1222398" y="648592"/>
                </a:cubicBezTo>
                <a:cubicBezTo>
                  <a:pt x="1225625" y="640147"/>
                  <a:pt x="1230978" y="635925"/>
                  <a:pt x="1238458" y="635925"/>
                </a:cubicBezTo>
                <a:cubicBezTo>
                  <a:pt x="1246923" y="635925"/>
                  <a:pt x="1252607" y="640088"/>
                  <a:pt x="1255506" y="648413"/>
                </a:cubicBezTo>
                <a:cubicBezTo>
                  <a:pt x="1258407" y="656738"/>
                  <a:pt x="1259857" y="679448"/>
                  <a:pt x="1259857" y="716543"/>
                </a:cubicBezTo>
                <a:lnTo>
                  <a:pt x="1259857" y="1191296"/>
                </a:lnTo>
                <a:lnTo>
                  <a:pt x="1481308" y="1191296"/>
                </a:lnTo>
                <a:lnTo>
                  <a:pt x="1481308" y="725999"/>
                </a:lnTo>
                <a:cubicBezTo>
                  <a:pt x="1481308" y="663425"/>
                  <a:pt x="1478386" y="619654"/>
                  <a:pt x="1472541" y="594687"/>
                </a:cubicBezTo>
                <a:cubicBezTo>
                  <a:pt x="1466697" y="569719"/>
                  <a:pt x="1450401" y="547541"/>
                  <a:pt x="1423656" y="528154"/>
                </a:cubicBezTo>
                <a:cubicBezTo>
                  <a:pt x="1396910" y="508767"/>
                  <a:pt x="1364870" y="499073"/>
                  <a:pt x="1327537" y="499073"/>
                </a:cubicBezTo>
                <a:cubicBezTo>
                  <a:pt x="1303458" y="499073"/>
                  <a:pt x="1280788" y="503302"/>
                  <a:pt x="1259527" y="511759"/>
                </a:cubicBezTo>
                <a:cubicBezTo>
                  <a:pt x="1238265" y="520216"/>
                  <a:pt x="1224275" y="531954"/>
                  <a:pt x="1217557" y="546971"/>
                </a:cubicBezTo>
                <a:lnTo>
                  <a:pt x="1217557" y="365704"/>
                </a:lnTo>
                <a:close/>
                <a:moveTo>
                  <a:pt x="480473" y="365704"/>
                </a:moveTo>
                <a:lnTo>
                  <a:pt x="480473" y="546847"/>
                </a:lnTo>
                <a:lnTo>
                  <a:pt x="604385" y="546847"/>
                </a:lnTo>
                <a:lnTo>
                  <a:pt x="604385" y="1191296"/>
                </a:lnTo>
                <a:lnTo>
                  <a:pt x="834297" y="1191296"/>
                </a:lnTo>
                <a:lnTo>
                  <a:pt x="834297" y="546847"/>
                </a:lnTo>
                <a:lnTo>
                  <a:pt x="958708" y="546847"/>
                </a:lnTo>
                <a:lnTo>
                  <a:pt x="958708" y="36570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Sitka Display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2982F6-AB6E-7576-3FE6-D19CA79223E2}"/>
              </a:ext>
            </a:extLst>
          </p:cNvPr>
          <p:cNvSpPr txBox="1"/>
          <p:nvPr/>
        </p:nvSpPr>
        <p:spPr>
          <a:xfrm>
            <a:off x="5900383" y="305068"/>
            <a:ext cx="5727568" cy="62478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Times New Roman"/>
              </a:rPr>
              <a:t>Our Experiment Investigates:</a:t>
            </a:r>
          </a:p>
          <a:p>
            <a:endParaRPr lang="en-US" sz="4000" dirty="0">
              <a:solidFill>
                <a:schemeClr val="bg1"/>
              </a:solidFill>
              <a:latin typeface="Sitka Display"/>
              <a:ea typeface="+mn-lt"/>
              <a:cs typeface="Times New Roman"/>
            </a:endParaRPr>
          </a:p>
          <a:p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Times New Roman"/>
              </a:rPr>
              <a:t>The effects</a:t>
            </a:r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 of </a:t>
            </a:r>
            <a:r>
              <a:rPr lang="en-US" sz="4000" i="1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motor oil </a:t>
            </a:r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contamination in</a:t>
            </a:r>
            <a:r>
              <a:rPr lang="en-US" sz="4000" i="1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soil</a:t>
            </a:r>
            <a:r>
              <a:rPr lang="en-US" sz="4000" i="1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 </a:t>
            </a:r>
            <a:endParaRPr lang="en-US" sz="4000" i="1" dirty="0">
              <a:solidFill>
                <a:schemeClr val="bg1"/>
              </a:solidFill>
              <a:latin typeface="Sitka Display"/>
              <a:ea typeface="+mn-lt"/>
              <a:cs typeface="Times New Roman"/>
            </a:endParaRPr>
          </a:p>
          <a:p>
            <a:endParaRPr lang="en-US" sz="4000" dirty="0">
              <a:solidFill>
                <a:schemeClr val="bg1"/>
              </a:solidFill>
              <a:latin typeface="Sitka Display"/>
              <a:ea typeface="+mn-lt"/>
              <a:cs typeface="+mn-lt"/>
            </a:endParaRPr>
          </a:p>
          <a:p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on the</a:t>
            </a:r>
            <a:r>
              <a:rPr lang="en-US" sz="4000" i="1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 sprouting success</a:t>
            </a:r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 and </a:t>
            </a:r>
            <a:r>
              <a:rPr lang="en-US" sz="4000" i="1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growth rate</a:t>
            </a:r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 </a:t>
            </a:r>
            <a:endParaRPr lang="en-US" sz="4000" dirty="0">
              <a:solidFill>
                <a:schemeClr val="bg1"/>
              </a:solidFill>
              <a:latin typeface="Sitka Display"/>
              <a:ea typeface="+mn-lt"/>
              <a:cs typeface="Times New Roman"/>
            </a:endParaRPr>
          </a:p>
          <a:p>
            <a:endParaRPr lang="en-US" sz="4000" dirty="0">
              <a:solidFill>
                <a:schemeClr val="bg1"/>
              </a:solidFill>
              <a:latin typeface="Sitka Display"/>
              <a:ea typeface="+mn-lt"/>
              <a:cs typeface="+mn-lt"/>
            </a:endParaRPr>
          </a:p>
          <a:p>
            <a:r>
              <a:rPr lang="en-US" sz="4000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of Bush Beans plants </a:t>
            </a:r>
            <a:endParaRPr lang="en-US" sz="4000" dirty="0">
              <a:solidFill>
                <a:schemeClr val="bg1"/>
              </a:solidFill>
              <a:latin typeface="Sitka Display"/>
              <a:ea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2050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82DB2D6-A797-FF04-4970-59CE35C80DC9}"/>
              </a:ext>
            </a:extLst>
          </p:cNvPr>
          <p:cNvGrpSpPr/>
          <p:nvPr/>
        </p:nvGrpSpPr>
        <p:grpSpPr>
          <a:xfrm>
            <a:off x="5622325" y="1013254"/>
            <a:ext cx="2883244" cy="3881568"/>
            <a:chOff x="5622325" y="1013254"/>
            <a:chExt cx="2883244" cy="3881568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FFDB6BA7-C6F8-80B9-934B-F34CD7480619}"/>
                </a:ext>
              </a:extLst>
            </p:cNvPr>
            <p:cNvSpPr/>
            <p:nvPr/>
          </p:nvSpPr>
          <p:spPr>
            <a:xfrm>
              <a:off x="5910650" y="1150724"/>
              <a:ext cx="2594919" cy="3744098"/>
            </a:xfrm>
            <a:prstGeom prst="parallelogram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1157320B-85BE-6631-1C08-A20F418BF63B}"/>
                </a:ext>
              </a:extLst>
            </p:cNvPr>
            <p:cNvSpPr/>
            <p:nvPr/>
          </p:nvSpPr>
          <p:spPr>
            <a:xfrm>
              <a:off x="5622325" y="1013254"/>
              <a:ext cx="2594919" cy="3744098"/>
            </a:xfrm>
            <a:prstGeom prst="parallelogram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3D2E2F0-9BEA-24A4-3599-5A9547C17274}"/>
              </a:ext>
            </a:extLst>
          </p:cNvPr>
          <p:cNvGrpSpPr/>
          <p:nvPr/>
        </p:nvGrpSpPr>
        <p:grpSpPr>
          <a:xfrm>
            <a:off x="7578811" y="2253048"/>
            <a:ext cx="2811163" cy="3951589"/>
            <a:chOff x="7578811" y="2253048"/>
            <a:chExt cx="2811163" cy="3951589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63B2637A-F6B0-ED91-EC61-9F2183BE2DE0}"/>
                </a:ext>
              </a:extLst>
            </p:cNvPr>
            <p:cNvSpPr/>
            <p:nvPr/>
          </p:nvSpPr>
          <p:spPr>
            <a:xfrm>
              <a:off x="7795055" y="2460539"/>
              <a:ext cx="2594919" cy="3744098"/>
            </a:xfrm>
            <a:prstGeom prst="parallelogram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E10E9555-C0F5-CDC4-3B64-F3927C1059B7}"/>
                </a:ext>
              </a:extLst>
            </p:cNvPr>
            <p:cNvSpPr/>
            <p:nvPr/>
          </p:nvSpPr>
          <p:spPr>
            <a:xfrm>
              <a:off x="7578811" y="2253048"/>
              <a:ext cx="2594919" cy="3744098"/>
            </a:xfrm>
            <a:prstGeom prst="parallelogram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1789518-F1E1-0550-D06C-1C90C38550FC}"/>
              </a:ext>
            </a:extLst>
          </p:cNvPr>
          <p:cNvGrpSpPr/>
          <p:nvPr/>
        </p:nvGrpSpPr>
        <p:grpSpPr>
          <a:xfrm>
            <a:off x="9967784" y="860854"/>
            <a:ext cx="2800865" cy="3951589"/>
            <a:chOff x="9967784" y="860854"/>
            <a:chExt cx="2800865" cy="3951589"/>
          </a:xfrm>
        </p:grpSpPr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A81250B6-3075-B2F7-9306-EB0F8EA44274}"/>
                </a:ext>
              </a:extLst>
            </p:cNvPr>
            <p:cNvSpPr/>
            <p:nvPr/>
          </p:nvSpPr>
          <p:spPr>
            <a:xfrm>
              <a:off x="10173730" y="1068345"/>
              <a:ext cx="2594919" cy="3744098"/>
            </a:xfrm>
            <a:prstGeom prst="parallelogram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739E49C2-3F0C-0799-3160-C769A2DAF32A}"/>
                </a:ext>
              </a:extLst>
            </p:cNvPr>
            <p:cNvSpPr/>
            <p:nvPr/>
          </p:nvSpPr>
          <p:spPr>
            <a:xfrm>
              <a:off x="9967784" y="860854"/>
              <a:ext cx="2594919" cy="3744098"/>
            </a:xfrm>
            <a:prstGeom prst="parallelogram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61F8252-FD3D-AD3F-A74F-2CC4B63D5546}"/>
              </a:ext>
            </a:extLst>
          </p:cNvPr>
          <p:cNvSpPr txBox="1"/>
          <p:nvPr/>
        </p:nvSpPr>
        <p:spPr>
          <a:xfrm>
            <a:off x="697686" y="714866"/>
            <a:ext cx="427543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  <a:latin typeface="Impact"/>
              </a:rPr>
              <a:t>Our Hypothesis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BE4AB5-1AAE-0BEC-04E8-FC7B62D93361}"/>
              </a:ext>
            </a:extLst>
          </p:cNvPr>
          <p:cNvSpPr txBox="1"/>
          <p:nvPr/>
        </p:nvSpPr>
        <p:spPr>
          <a:xfrm>
            <a:off x="321082" y="1713154"/>
            <a:ext cx="5307568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Sitka Display"/>
                <a:cs typeface="Times New Roman"/>
              </a:rPr>
              <a:t>Prediction: Increased</a:t>
            </a:r>
            <a:r>
              <a:rPr lang="en-US" sz="2800" i="1" dirty="0">
                <a:solidFill>
                  <a:schemeClr val="bg1"/>
                </a:solidFill>
                <a:latin typeface="Sitka Display"/>
                <a:cs typeface="Times New Roman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Sitka Display"/>
                <a:cs typeface="Times New Roman"/>
              </a:rPr>
              <a:t>motor oil levels = decreased</a:t>
            </a:r>
            <a:r>
              <a:rPr lang="en-US" sz="2800" i="1" dirty="0">
                <a:solidFill>
                  <a:schemeClr val="bg1"/>
                </a:solidFill>
                <a:latin typeface="Sitka Display"/>
                <a:cs typeface="Times New Roman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Sitka Display"/>
                <a:cs typeface="Times New Roman"/>
              </a:rPr>
              <a:t>plant growth and sprouting success.</a:t>
            </a:r>
            <a:endParaRPr lang="en-US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  <a:latin typeface="Sitka Display"/>
              <a:cs typeface="Times New Roman"/>
            </a:endParaRPr>
          </a:p>
          <a:p>
            <a:r>
              <a:rPr lang="en-US" sz="2800" dirty="0">
                <a:solidFill>
                  <a:schemeClr val="bg1"/>
                </a:solidFill>
                <a:latin typeface="Sitka Display"/>
                <a:cs typeface="Times New Roman"/>
              </a:rPr>
              <a:t>Reasoning: Excess hydrocarbon concentration in soil reduce availability of things plants need for growth.</a:t>
            </a:r>
          </a:p>
        </p:txBody>
      </p:sp>
    </p:spTree>
    <p:extLst>
      <p:ext uri="{BB962C8B-B14F-4D97-AF65-F5344CB8AC3E}">
        <p14:creationId xmlns:p14="http://schemas.microsoft.com/office/powerpoint/2010/main" val="80815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FE3A97-7841-3A15-8C6A-A15DBC328F5C}"/>
              </a:ext>
            </a:extLst>
          </p:cNvPr>
          <p:cNvSpPr txBox="1"/>
          <p:nvPr/>
        </p:nvSpPr>
        <p:spPr>
          <a:xfrm>
            <a:off x="7021686" y="630866"/>
            <a:ext cx="427543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Impact"/>
              </a:rPr>
              <a:t>Our Test Groups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A5D13-40B9-755E-4813-F0E6AEFE662F}"/>
              </a:ext>
            </a:extLst>
          </p:cNvPr>
          <p:cNvSpPr txBox="1"/>
          <p:nvPr/>
        </p:nvSpPr>
        <p:spPr>
          <a:xfrm>
            <a:off x="6615082" y="1473154"/>
            <a:ext cx="5307568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Sitka Display"/>
                <a:cs typeface="Times New Roman"/>
              </a:rPr>
              <a:t>2 Trials – Joy and </a:t>
            </a:r>
            <a:r>
              <a:rPr lang="en-US" sz="2800" dirty="0" err="1">
                <a:solidFill>
                  <a:schemeClr val="bg1"/>
                </a:solidFill>
                <a:latin typeface="Sitka Display"/>
                <a:cs typeface="Times New Roman"/>
              </a:rPr>
              <a:t>Shaurya</a:t>
            </a:r>
            <a:r>
              <a:rPr lang="en-US" sz="2800" dirty="0">
                <a:solidFill>
                  <a:schemeClr val="bg1"/>
                </a:solidFill>
                <a:latin typeface="Sitka Display"/>
                <a:cs typeface="Times New Roman"/>
              </a:rPr>
              <a:t> Each</a:t>
            </a:r>
          </a:p>
          <a:p>
            <a:endParaRPr lang="en-US" sz="2800" dirty="0">
              <a:solidFill>
                <a:schemeClr val="bg1"/>
              </a:solidFill>
              <a:latin typeface="Sitka Display"/>
              <a:cs typeface="Times New Roman"/>
            </a:endParaRPr>
          </a:p>
          <a:p>
            <a:r>
              <a:rPr lang="en-US" sz="2800" dirty="0">
                <a:solidFill>
                  <a:schemeClr val="bg1"/>
                </a:solidFill>
                <a:latin typeface="Sitka Display"/>
                <a:cs typeface="Times New Roman"/>
              </a:rPr>
              <a:t>4 Groups in Each Trial</a:t>
            </a:r>
            <a:br>
              <a:rPr lang="en-US" sz="2800" dirty="0">
                <a:solidFill>
                  <a:schemeClr val="bg1"/>
                </a:solidFill>
                <a:latin typeface="Sitka Display"/>
                <a:cs typeface="Times New Roman"/>
              </a:rPr>
            </a:br>
            <a:endParaRPr lang="en-US" sz="2800" dirty="0">
              <a:solidFill>
                <a:schemeClr val="bg1"/>
              </a:solidFill>
              <a:latin typeface="Sitka Display"/>
              <a:cs typeface="Times New Roman"/>
            </a:endParaRPr>
          </a:p>
          <a:p>
            <a:pPr marL="457200" indent="-457200">
              <a:buFont typeface="Calibri"/>
              <a:buChar char="-"/>
            </a:pPr>
            <a:r>
              <a:rPr lang="en-US" sz="2800" dirty="0">
                <a:solidFill>
                  <a:schemeClr val="bg1"/>
                </a:solidFill>
                <a:latin typeface="Sitka Display"/>
                <a:ea typeface="+mn-lt"/>
                <a:cs typeface="+mn-lt"/>
              </a:rPr>
              <a:t>0% Oil </a:t>
            </a:r>
            <a:r>
              <a:rPr lang="en-US" sz="2800" dirty="0">
                <a:solidFill>
                  <a:schemeClr val="bg1"/>
                </a:solidFill>
                <a:latin typeface="Sitka Display"/>
                <a:cs typeface="Times New Roman"/>
              </a:rPr>
              <a:t>in Soil (Control)</a:t>
            </a:r>
            <a:endParaRPr lang="en-US" sz="2800" dirty="0">
              <a:solidFill>
                <a:schemeClr val="bg1"/>
              </a:solidFill>
              <a:latin typeface="Aptos" panose="02110004020202020204"/>
              <a:cs typeface="Times New Roman"/>
            </a:endParaRPr>
          </a:p>
          <a:p>
            <a:pPr marL="457200" indent="-457200">
              <a:buFont typeface="Calibri"/>
              <a:buChar char="-"/>
            </a:pPr>
            <a:r>
              <a:rPr lang="en-US" sz="2800" dirty="0">
                <a:solidFill>
                  <a:schemeClr val="bg1"/>
                </a:solidFill>
                <a:latin typeface="Sitka Display"/>
                <a:cs typeface="Times New Roman"/>
              </a:rPr>
              <a:t>1% Oil in Soil</a:t>
            </a:r>
          </a:p>
          <a:p>
            <a:pPr marL="457200" indent="-457200">
              <a:buFont typeface="Calibri"/>
              <a:buChar char="-"/>
            </a:pPr>
            <a:r>
              <a:rPr lang="en-US" sz="2800" dirty="0">
                <a:solidFill>
                  <a:schemeClr val="bg1"/>
                </a:solidFill>
                <a:latin typeface="Sitka Display"/>
                <a:cs typeface="Times New Roman"/>
              </a:rPr>
              <a:t>3% Oil in Soil</a:t>
            </a:r>
          </a:p>
          <a:p>
            <a:pPr marL="457200" indent="-457200">
              <a:buFont typeface="Calibri"/>
              <a:buChar char="-"/>
            </a:pPr>
            <a:r>
              <a:rPr lang="en-US" sz="2800" dirty="0">
                <a:solidFill>
                  <a:schemeClr val="bg1"/>
                </a:solidFill>
                <a:latin typeface="Sitka Display"/>
                <a:cs typeface="Times New Roman"/>
              </a:rPr>
              <a:t>5% Oil in Soil</a:t>
            </a:r>
            <a:br>
              <a:rPr lang="en-US" sz="2800" dirty="0">
                <a:solidFill>
                  <a:schemeClr val="bg1"/>
                </a:solidFill>
                <a:latin typeface="Sitka Display"/>
                <a:cs typeface="Times New Roman"/>
              </a:rPr>
            </a:br>
            <a:endParaRPr lang="en-US" sz="2800" dirty="0">
              <a:solidFill>
                <a:schemeClr val="bg1"/>
              </a:solidFill>
              <a:latin typeface="Sitka Display"/>
              <a:cs typeface="Times New Roman"/>
            </a:endParaRPr>
          </a:p>
          <a:p>
            <a:r>
              <a:rPr lang="en-US" sz="2800" dirty="0">
                <a:solidFill>
                  <a:schemeClr val="bg1"/>
                </a:solidFill>
                <a:latin typeface="Sitka Display"/>
                <a:cs typeface="Times New Roman"/>
              </a:rPr>
              <a:t>10 Bush Bean Plants in Each Group</a:t>
            </a:r>
          </a:p>
          <a:p>
            <a:endParaRPr lang="en-US" sz="2800" dirty="0">
              <a:solidFill>
                <a:schemeClr val="bg1"/>
              </a:solidFill>
              <a:latin typeface="Sitka Display"/>
              <a:cs typeface="Times New Roman"/>
            </a:endParaRPr>
          </a:p>
        </p:txBody>
      </p:sp>
      <p:pic>
        <p:nvPicPr>
          <p:cNvPr id="6" name="Picture 5" descr="A group of containers on a wood surface&#10;&#10;Description automatically generated">
            <a:extLst>
              <a:ext uri="{FF2B5EF4-FFF2-40B4-BE49-F238E27FC236}">
                <a16:creationId xmlns:a16="http://schemas.microsoft.com/office/drawing/2014/main" id="{D4CD5005-8FCF-C1E4-3377-7DFCED891C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48" t="15030" r="61622" b="-177"/>
          <a:stretch/>
        </p:blipFill>
        <p:spPr>
          <a:xfrm>
            <a:off x="584287" y="366787"/>
            <a:ext cx="4929524" cy="612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010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71DE6BA-2901-16A0-55FE-514ED2492349}"/>
              </a:ext>
            </a:extLst>
          </p:cNvPr>
          <p:cNvSpPr/>
          <p:nvPr/>
        </p:nvSpPr>
        <p:spPr>
          <a:xfrm>
            <a:off x="912340" y="2187058"/>
            <a:ext cx="2895600" cy="313564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616F61-D127-76DA-548D-E01D29C68E51}"/>
              </a:ext>
            </a:extLst>
          </p:cNvPr>
          <p:cNvGrpSpPr/>
          <p:nvPr/>
        </p:nvGrpSpPr>
        <p:grpSpPr>
          <a:xfrm>
            <a:off x="1075037" y="2187058"/>
            <a:ext cx="2570206" cy="2114553"/>
            <a:chOff x="1346886" y="1729946"/>
            <a:chExt cx="2570206" cy="211455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8506AA1-CDB0-212A-70D4-5FDBA5ECE4AC}"/>
                </a:ext>
              </a:extLst>
            </p:cNvPr>
            <p:cNvSpPr txBox="1"/>
            <p:nvPr/>
          </p:nvSpPr>
          <p:spPr>
            <a:xfrm>
              <a:off x="1655805" y="1729946"/>
              <a:ext cx="19523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latin typeface="Impact" panose="020B0806030902050204" pitchFamily="34" charset="0"/>
                </a:rPr>
                <a:t>01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E1D917-941C-9BA0-708F-B85F6EB77974}"/>
                </a:ext>
              </a:extLst>
            </p:cNvPr>
            <p:cNvSpPr txBox="1"/>
            <p:nvPr/>
          </p:nvSpPr>
          <p:spPr>
            <a:xfrm>
              <a:off x="1346886" y="2644170"/>
              <a:ext cx="257020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Sitka Display" pitchFamily="2" charset="0"/>
                </a:rPr>
                <a:t>Place appropriate amount of soil in each group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FC9975D-C024-7DF8-18F7-0664FE4E42E3}"/>
              </a:ext>
            </a:extLst>
          </p:cNvPr>
          <p:cNvGrpSpPr/>
          <p:nvPr/>
        </p:nvGrpSpPr>
        <p:grpSpPr>
          <a:xfrm>
            <a:off x="4810897" y="2187058"/>
            <a:ext cx="2570206" cy="2483884"/>
            <a:chOff x="1346886" y="1729946"/>
            <a:chExt cx="2570206" cy="248388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4A476E-8660-48AC-85CA-9D0B3E779AF6}"/>
                </a:ext>
              </a:extLst>
            </p:cNvPr>
            <p:cNvSpPr txBox="1"/>
            <p:nvPr/>
          </p:nvSpPr>
          <p:spPr>
            <a:xfrm>
              <a:off x="1655805" y="1729946"/>
              <a:ext cx="19523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latin typeface="Impact" panose="020B0806030902050204" pitchFamily="34" charset="0"/>
                </a:rPr>
                <a:t>02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C7A184-54EC-40E5-505A-CF9D15FF31FF}"/>
                </a:ext>
              </a:extLst>
            </p:cNvPr>
            <p:cNvSpPr txBox="1"/>
            <p:nvPr/>
          </p:nvSpPr>
          <p:spPr>
            <a:xfrm>
              <a:off x="1346886" y="2644170"/>
              <a:ext cx="257020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Sitka Display" pitchFamily="2" charset="0"/>
                </a:rPr>
                <a:t>Measure and pour corresponding amount of oil in each cup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00CB08-C01B-77C8-E575-E72D1F25DCFF}"/>
              </a:ext>
            </a:extLst>
          </p:cNvPr>
          <p:cNvGrpSpPr/>
          <p:nvPr/>
        </p:nvGrpSpPr>
        <p:grpSpPr>
          <a:xfrm>
            <a:off x="8546757" y="2187058"/>
            <a:ext cx="2570206" cy="2483884"/>
            <a:chOff x="1346886" y="1729946"/>
            <a:chExt cx="2570206" cy="248388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4F75CC-DBC4-1305-F471-352F3D5A06E9}"/>
                </a:ext>
              </a:extLst>
            </p:cNvPr>
            <p:cNvSpPr txBox="1"/>
            <p:nvPr/>
          </p:nvSpPr>
          <p:spPr>
            <a:xfrm>
              <a:off x="1655805" y="1729946"/>
              <a:ext cx="19523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latin typeface="Impact" panose="020B0806030902050204" pitchFamily="34" charset="0"/>
                </a:rPr>
                <a:t>03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27DE6C-3F5A-8025-606C-8F0E18E27EF3}"/>
                </a:ext>
              </a:extLst>
            </p:cNvPr>
            <p:cNvSpPr txBox="1"/>
            <p:nvPr/>
          </p:nvSpPr>
          <p:spPr>
            <a:xfrm>
              <a:off x="1346886" y="2644170"/>
              <a:ext cx="257020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Sitka Display" pitchFamily="2" charset="0"/>
                </a:rPr>
                <a:t>Stir using a popsicle stick to incorporate the oil evenly into the soil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8A54706-D800-091A-AC13-2763C9793BDF}"/>
              </a:ext>
            </a:extLst>
          </p:cNvPr>
          <p:cNvSpPr txBox="1"/>
          <p:nvPr/>
        </p:nvSpPr>
        <p:spPr>
          <a:xfrm>
            <a:off x="0" y="124240"/>
            <a:ext cx="6241234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Impact"/>
              </a:rPr>
              <a:t>Steps to Contaminate Soil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Sitka Display" pitchFamily="2" charset="0"/>
              </a:rPr>
              <a:t>Refer to the chart on the right for amounts of oil + soil</a:t>
            </a:r>
          </a:p>
        </p:txBody>
      </p:sp>
      <p:pic>
        <p:nvPicPr>
          <p:cNvPr id="3" name="Picture 2" descr="A table with numbers and a black line&#10;&#10;Description automatically generated">
            <a:extLst>
              <a:ext uri="{FF2B5EF4-FFF2-40B4-BE49-F238E27FC236}">
                <a16:creationId xmlns:a16="http://schemas.microsoft.com/office/drawing/2014/main" id="{2EBC6962-EFC4-5FB6-E448-0F1AD05B7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161" y="124240"/>
            <a:ext cx="5505965" cy="177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978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71DE6BA-2901-16A0-55FE-514ED2492349}"/>
              </a:ext>
            </a:extLst>
          </p:cNvPr>
          <p:cNvSpPr/>
          <p:nvPr/>
        </p:nvSpPr>
        <p:spPr>
          <a:xfrm>
            <a:off x="4648200" y="2187058"/>
            <a:ext cx="2895600" cy="313564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616F61-D127-76DA-548D-E01D29C68E51}"/>
              </a:ext>
            </a:extLst>
          </p:cNvPr>
          <p:cNvGrpSpPr/>
          <p:nvPr/>
        </p:nvGrpSpPr>
        <p:grpSpPr>
          <a:xfrm>
            <a:off x="1075037" y="2187058"/>
            <a:ext cx="2570206" cy="2114553"/>
            <a:chOff x="1346886" y="1729946"/>
            <a:chExt cx="2570206" cy="211455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8506AA1-CDB0-212A-70D4-5FDBA5ECE4AC}"/>
                </a:ext>
              </a:extLst>
            </p:cNvPr>
            <p:cNvSpPr txBox="1"/>
            <p:nvPr/>
          </p:nvSpPr>
          <p:spPr>
            <a:xfrm>
              <a:off x="1655805" y="1729946"/>
              <a:ext cx="19523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E1D917-941C-9BA0-708F-B85F6EB77974}"/>
                </a:ext>
              </a:extLst>
            </p:cNvPr>
            <p:cNvSpPr txBox="1"/>
            <p:nvPr/>
          </p:nvSpPr>
          <p:spPr>
            <a:xfrm>
              <a:off x="1346886" y="2644170"/>
              <a:ext cx="257020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Sitka Display" pitchFamily="2" charset="0"/>
                </a:rPr>
                <a:t>Place appropriate amount of soil in each group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FC9975D-C024-7DF8-18F7-0664FE4E42E3}"/>
              </a:ext>
            </a:extLst>
          </p:cNvPr>
          <p:cNvGrpSpPr/>
          <p:nvPr/>
        </p:nvGrpSpPr>
        <p:grpSpPr>
          <a:xfrm>
            <a:off x="4810897" y="2187058"/>
            <a:ext cx="2570206" cy="2483884"/>
            <a:chOff x="1346886" y="1729946"/>
            <a:chExt cx="2570206" cy="248388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4A476E-8660-48AC-85CA-9D0B3E779AF6}"/>
                </a:ext>
              </a:extLst>
            </p:cNvPr>
            <p:cNvSpPr txBox="1"/>
            <p:nvPr/>
          </p:nvSpPr>
          <p:spPr>
            <a:xfrm>
              <a:off x="1655805" y="1729946"/>
              <a:ext cx="19523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latin typeface="Impact" panose="020B0806030902050204" pitchFamily="34" charset="0"/>
                </a:rPr>
                <a:t>02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C7A184-54EC-40E5-505A-CF9D15FF31FF}"/>
                </a:ext>
              </a:extLst>
            </p:cNvPr>
            <p:cNvSpPr txBox="1"/>
            <p:nvPr/>
          </p:nvSpPr>
          <p:spPr>
            <a:xfrm>
              <a:off x="1346886" y="2644170"/>
              <a:ext cx="257020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Sitka Display" pitchFamily="2" charset="0"/>
                </a:rPr>
                <a:t>Measure and pour corresponding amount of oil in each cup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8A54706-D800-091A-AC13-2763C9793BDF}"/>
              </a:ext>
            </a:extLst>
          </p:cNvPr>
          <p:cNvSpPr txBox="1"/>
          <p:nvPr/>
        </p:nvSpPr>
        <p:spPr>
          <a:xfrm>
            <a:off x="0" y="124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Impact"/>
              </a:rPr>
              <a:t>Steps to Contaminate Soil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 descr="A table with numbers and a black line&#10;&#10;Description automatically generated">
            <a:extLst>
              <a:ext uri="{FF2B5EF4-FFF2-40B4-BE49-F238E27FC236}">
                <a16:creationId xmlns:a16="http://schemas.microsoft.com/office/drawing/2014/main" id="{2EBC6962-EFC4-5FB6-E448-0F1AD05B7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161" y="124240"/>
            <a:ext cx="5505965" cy="177760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7386C0B-2C17-A96D-A29C-07FBE3793AB4}"/>
              </a:ext>
            </a:extLst>
          </p:cNvPr>
          <p:cNvGrpSpPr/>
          <p:nvPr/>
        </p:nvGrpSpPr>
        <p:grpSpPr>
          <a:xfrm>
            <a:off x="8546757" y="2187058"/>
            <a:ext cx="2570206" cy="2483884"/>
            <a:chOff x="1346886" y="1729946"/>
            <a:chExt cx="2570206" cy="248388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9445D31-EF4F-6770-4D95-9B11D0D820F4}"/>
                </a:ext>
              </a:extLst>
            </p:cNvPr>
            <p:cNvSpPr txBox="1"/>
            <p:nvPr/>
          </p:nvSpPr>
          <p:spPr>
            <a:xfrm>
              <a:off x="1655805" y="1729946"/>
              <a:ext cx="19523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latin typeface="Impact" panose="020B0806030902050204" pitchFamily="34" charset="0"/>
                </a:rPr>
                <a:t>03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C0B3B87-5B3D-5AB2-3C76-8551C7D5A8A1}"/>
                </a:ext>
              </a:extLst>
            </p:cNvPr>
            <p:cNvSpPr txBox="1"/>
            <p:nvPr/>
          </p:nvSpPr>
          <p:spPr>
            <a:xfrm>
              <a:off x="1346886" y="2644170"/>
              <a:ext cx="257020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Sitka Display" pitchFamily="2" charset="0"/>
                </a:rPr>
                <a:t>Stir using a popsicle stick to incorporate the oil evenly into the soil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5105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71DE6BA-2901-16A0-55FE-514ED2492349}"/>
              </a:ext>
            </a:extLst>
          </p:cNvPr>
          <p:cNvSpPr/>
          <p:nvPr/>
        </p:nvSpPr>
        <p:spPr>
          <a:xfrm>
            <a:off x="8384060" y="2187058"/>
            <a:ext cx="2895600" cy="31356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FC9975D-C024-7DF8-18F7-0664FE4E42E3}"/>
              </a:ext>
            </a:extLst>
          </p:cNvPr>
          <p:cNvGrpSpPr/>
          <p:nvPr/>
        </p:nvGrpSpPr>
        <p:grpSpPr>
          <a:xfrm>
            <a:off x="4810897" y="2187058"/>
            <a:ext cx="2570206" cy="2483884"/>
            <a:chOff x="1346886" y="1729946"/>
            <a:chExt cx="2570206" cy="248388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4A476E-8660-48AC-85CA-9D0B3E779AF6}"/>
                </a:ext>
              </a:extLst>
            </p:cNvPr>
            <p:cNvSpPr txBox="1"/>
            <p:nvPr/>
          </p:nvSpPr>
          <p:spPr>
            <a:xfrm>
              <a:off x="1655805" y="1729946"/>
              <a:ext cx="19523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C7A184-54EC-40E5-505A-CF9D15FF31FF}"/>
                </a:ext>
              </a:extLst>
            </p:cNvPr>
            <p:cNvSpPr txBox="1"/>
            <p:nvPr/>
          </p:nvSpPr>
          <p:spPr>
            <a:xfrm>
              <a:off x="1346886" y="2644170"/>
              <a:ext cx="257020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Sitka Display" pitchFamily="2" charset="0"/>
                </a:rPr>
                <a:t>Measure and pour corresponding amount of oil in each cup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00CB08-C01B-77C8-E575-E72D1F25DCFF}"/>
              </a:ext>
            </a:extLst>
          </p:cNvPr>
          <p:cNvGrpSpPr/>
          <p:nvPr/>
        </p:nvGrpSpPr>
        <p:grpSpPr>
          <a:xfrm>
            <a:off x="8546757" y="2187058"/>
            <a:ext cx="2570206" cy="2483884"/>
            <a:chOff x="1346886" y="1729946"/>
            <a:chExt cx="2570206" cy="248388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4F75CC-DBC4-1305-F471-352F3D5A06E9}"/>
                </a:ext>
              </a:extLst>
            </p:cNvPr>
            <p:cNvSpPr txBox="1"/>
            <p:nvPr/>
          </p:nvSpPr>
          <p:spPr>
            <a:xfrm>
              <a:off x="1655805" y="1729946"/>
              <a:ext cx="19523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latin typeface="Impact" panose="020B0806030902050204" pitchFamily="34" charset="0"/>
                </a:rPr>
                <a:t>03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27DE6C-3F5A-8025-606C-8F0E18E27EF3}"/>
                </a:ext>
              </a:extLst>
            </p:cNvPr>
            <p:cNvSpPr txBox="1"/>
            <p:nvPr/>
          </p:nvSpPr>
          <p:spPr>
            <a:xfrm>
              <a:off x="1346886" y="2644170"/>
              <a:ext cx="257020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Sitka Display" pitchFamily="2" charset="0"/>
                </a:rPr>
                <a:t>Stir using a popsicle stick to incorporate the oil evenly into the soil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8A54706-D800-091A-AC13-2763C9793BDF}"/>
              </a:ext>
            </a:extLst>
          </p:cNvPr>
          <p:cNvSpPr txBox="1"/>
          <p:nvPr/>
        </p:nvSpPr>
        <p:spPr>
          <a:xfrm>
            <a:off x="0" y="124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Impact"/>
              </a:rPr>
              <a:t>Steps to Contaminate Soil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 descr="A table with numbers and a black line&#10;&#10;Description automatically generated">
            <a:extLst>
              <a:ext uri="{FF2B5EF4-FFF2-40B4-BE49-F238E27FC236}">
                <a16:creationId xmlns:a16="http://schemas.microsoft.com/office/drawing/2014/main" id="{2EBC6962-EFC4-5FB6-E448-0F1AD05B7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161" y="124240"/>
            <a:ext cx="5505965" cy="17776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C81C1B5-C588-37BF-04E1-25FF0626976F}"/>
              </a:ext>
            </a:extLst>
          </p:cNvPr>
          <p:cNvSpPr txBox="1"/>
          <p:nvPr/>
        </p:nvSpPr>
        <p:spPr>
          <a:xfrm>
            <a:off x="3122183" y="5732919"/>
            <a:ext cx="5973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merican Typewriter" panose="02090604020004020304" pitchFamily="18" charset="77"/>
              </a:rPr>
              <a:t>Then the beans were planted 1 in. deep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DD0B10E-63C1-CC71-C1DC-9F5F6DC80EDD}"/>
              </a:ext>
            </a:extLst>
          </p:cNvPr>
          <p:cNvGrpSpPr/>
          <p:nvPr/>
        </p:nvGrpSpPr>
        <p:grpSpPr>
          <a:xfrm>
            <a:off x="1075037" y="2187058"/>
            <a:ext cx="2570206" cy="2114553"/>
            <a:chOff x="1346886" y="1729946"/>
            <a:chExt cx="2570206" cy="211455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993F33-77E9-3412-099D-E55CB6ABD627}"/>
                </a:ext>
              </a:extLst>
            </p:cNvPr>
            <p:cNvSpPr txBox="1"/>
            <p:nvPr/>
          </p:nvSpPr>
          <p:spPr>
            <a:xfrm>
              <a:off x="1655805" y="1729946"/>
              <a:ext cx="19523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FDC94B-CE6D-B126-BD18-5919B2CFE85B}"/>
                </a:ext>
              </a:extLst>
            </p:cNvPr>
            <p:cNvSpPr txBox="1"/>
            <p:nvPr/>
          </p:nvSpPr>
          <p:spPr>
            <a:xfrm>
              <a:off x="1346886" y="2644170"/>
              <a:ext cx="257020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Sitka Display" pitchFamily="2" charset="0"/>
                </a:rPr>
                <a:t>Place appropriate amount of soil in each group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6031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18BC419-4288-9D76-FDE2-60BF2D3FEE3B}"/>
              </a:ext>
            </a:extLst>
          </p:cNvPr>
          <p:cNvSpPr txBox="1"/>
          <p:nvPr/>
        </p:nvSpPr>
        <p:spPr>
          <a:xfrm>
            <a:off x="-537989" y="232953"/>
            <a:ext cx="427543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  <a:latin typeface="Impact"/>
              </a:rPr>
              <a:t>Pictures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D3866E-A98C-D13D-37C2-A556C913B238}"/>
              </a:ext>
            </a:extLst>
          </p:cNvPr>
          <p:cNvSpPr txBox="1"/>
          <p:nvPr/>
        </p:nvSpPr>
        <p:spPr>
          <a:xfrm>
            <a:off x="300822" y="940839"/>
            <a:ext cx="6873254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Sitka Display"/>
                <a:cs typeface="Times New Roman"/>
              </a:rPr>
              <a:t>Image of oil measurement (left)</a:t>
            </a:r>
          </a:p>
          <a:p>
            <a:r>
              <a:rPr lang="en-US" sz="2800">
                <a:solidFill>
                  <a:schemeClr val="bg1"/>
                </a:solidFill>
                <a:latin typeface="Sitka Display"/>
                <a:cs typeface="Times New Roman"/>
              </a:rPr>
              <a:t>Image of bush beans being planted (center)</a:t>
            </a:r>
          </a:p>
          <a:p>
            <a:r>
              <a:rPr lang="en-US" sz="2800">
                <a:solidFill>
                  <a:schemeClr val="bg1"/>
                </a:solidFill>
                <a:latin typeface="Sitka Display"/>
                <a:cs typeface="Times New Roman"/>
              </a:rPr>
              <a:t>Image of materials (right)</a:t>
            </a:r>
          </a:p>
        </p:txBody>
      </p:sp>
      <p:pic>
        <p:nvPicPr>
          <p:cNvPr id="11" name="Picture 10" descr="A small white bean in a plastic cup with dirt and a bag of seeds&#10;&#10;Description automatically generated">
            <a:extLst>
              <a:ext uri="{FF2B5EF4-FFF2-40B4-BE49-F238E27FC236}">
                <a16:creationId xmlns:a16="http://schemas.microsoft.com/office/drawing/2014/main" id="{D9775013-05A2-D408-7821-5B5C4FAA9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061" y="2424019"/>
            <a:ext cx="2922225" cy="3901245"/>
          </a:xfrm>
          <a:prstGeom prst="rect">
            <a:avLst/>
          </a:prstGeom>
        </p:spPr>
      </p:pic>
      <p:pic>
        <p:nvPicPr>
          <p:cNvPr id="2" name="Picture 1" descr="A bag and gloves on the floor&#10;&#10;Description automatically generated">
            <a:extLst>
              <a:ext uri="{FF2B5EF4-FFF2-40B4-BE49-F238E27FC236}">
                <a16:creationId xmlns:a16="http://schemas.microsoft.com/office/drawing/2014/main" id="{516760DB-DFFC-BB49-0E87-A75C1AD8D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495" y="532736"/>
            <a:ext cx="4275437" cy="5792528"/>
          </a:xfrm>
          <a:prstGeom prst="rect">
            <a:avLst/>
          </a:prstGeom>
        </p:spPr>
      </p:pic>
      <p:pic>
        <p:nvPicPr>
          <p:cNvPr id="4" name="Picture 3" descr="A piece of plastic with a gold object inside&#10;&#10;Description automatically generated with medium confidence">
            <a:extLst>
              <a:ext uri="{FF2B5EF4-FFF2-40B4-BE49-F238E27FC236}">
                <a16:creationId xmlns:a16="http://schemas.microsoft.com/office/drawing/2014/main" id="{BAF3FB83-060F-4174-E448-996A48252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70263" y="2911674"/>
            <a:ext cx="3901244" cy="292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27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F55341D-02DD-653A-44EB-9454F686F831}"/>
              </a:ext>
            </a:extLst>
          </p:cNvPr>
          <p:cNvSpPr txBox="1"/>
          <p:nvPr/>
        </p:nvSpPr>
        <p:spPr>
          <a:xfrm>
            <a:off x="342000" y="124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Impact"/>
              </a:rPr>
              <a:t>Data and Results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C8B6BAA8-55F5-8907-6B12-B900C5D1224F}"/>
              </a:ext>
            </a:extLst>
          </p:cNvPr>
          <p:cNvSpPr/>
          <p:nvPr/>
        </p:nvSpPr>
        <p:spPr>
          <a:xfrm>
            <a:off x="0" y="832126"/>
            <a:ext cx="12192000" cy="6025875"/>
          </a:xfrm>
          <a:prstGeom prst="triangl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dirty="0">
              <a:latin typeface="Sitka Displa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7D0D99-1E9E-D3F0-B49B-E3C65A68B8D8}"/>
              </a:ext>
            </a:extLst>
          </p:cNvPr>
          <p:cNvSpPr txBox="1"/>
          <p:nvPr/>
        </p:nvSpPr>
        <p:spPr>
          <a:xfrm>
            <a:off x="4081848" y="1912883"/>
            <a:ext cx="4028303" cy="45858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Sitka Display"/>
              </a:rPr>
              <a:t>Disclaimer:</a:t>
            </a:r>
          </a:p>
          <a:p>
            <a:pPr algn="ctr"/>
            <a:endParaRPr lang="en-US" sz="3600" dirty="0">
              <a:latin typeface="Sitka Display" pitchFamily="2" charset="0"/>
            </a:endParaRPr>
          </a:p>
          <a:p>
            <a:pPr algn="ctr"/>
            <a:r>
              <a:rPr lang="en-US" sz="3200" dirty="0">
                <a:latin typeface="Sitka Display"/>
              </a:rPr>
              <a:t>Joy’s trial was removed from the data set because her bush</a:t>
            </a:r>
            <a:r>
              <a:rPr lang="en-US" sz="3200" dirty="0">
                <a:latin typeface="Sitka Display"/>
                <a:ea typeface="+mn-lt"/>
                <a:cs typeface="+mn-lt"/>
              </a:rPr>
              <a:t> beans did not sprout until two weeks after the experiment started, </a:t>
            </a:r>
            <a:r>
              <a:rPr lang="en-US" sz="3200" i="1" dirty="0">
                <a:latin typeface="Sitka Display"/>
                <a:ea typeface="+mn-lt"/>
                <a:cs typeface="+mn-lt"/>
              </a:rPr>
              <a:t>abnormally late.</a:t>
            </a:r>
            <a:endParaRPr lang="en-US" sz="3200" i="1" dirty="0">
              <a:latin typeface="Sitka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201351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F55341D-02DD-653A-44EB-9454F686F831}"/>
              </a:ext>
            </a:extLst>
          </p:cNvPr>
          <p:cNvSpPr txBox="1"/>
          <p:nvPr/>
        </p:nvSpPr>
        <p:spPr>
          <a:xfrm>
            <a:off x="342000" y="124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Impact"/>
              </a:rPr>
              <a:t>Data and Results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C8B6BAA8-55F5-8907-6B12-B900C5D1224F}"/>
              </a:ext>
            </a:extLst>
          </p:cNvPr>
          <p:cNvSpPr/>
          <p:nvPr/>
        </p:nvSpPr>
        <p:spPr>
          <a:xfrm>
            <a:off x="0" y="4724927"/>
            <a:ext cx="12192000" cy="2133073"/>
          </a:xfrm>
          <a:prstGeom prst="triangl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>
              <a:latin typeface="Sitka Displ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E06AC-259A-1E7E-32F8-AEB3279C0FFF}"/>
              </a:ext>
            </a:extLst>
          </p:cNvPr>
          <p:cNvSpPr txBox="1"/>
          <p:nvPr/>
        </p:nvSpPr>
        <p:spPr>
          <a:xfrm>
            <a:off x="4223951" y="5256432"/>
            <a:ext cx="3744098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800" i="1">
                <a:latin typeface="Sitka Display"/>
              </a:rPr>
              <a:t>Observations:</a:t>
            </a:r>
            <a:endParaRPr lang="en-US" sz="1800">
              <a:latin typeface="Sitka Display"/>
            </a:endParaRPr>
          </a:p>
          <a:p>
            <a:pPr marL="285750" indent="-285750" algn="ctr">
              <a:buFont typeface="Calibri"/>
              <a:buChar char="-"/>
            </a:pPr>
            <a:r>
              <a:rPr lang="en-US" sz="1800">
                <a:latin typeface="Sitka Display"/>
              </a:rPr>
              <a:t>Control and 1% Group have the highest height</a:t>
            </a:r>
          </a:p>
          <a:p>
            <a:pPr marL="285750" indent="-285750" algn="ctr">
              <a:buFont typeface="Calibri"/>
              <a:buChar char="-"/>
            </a:pPr>
            <a:r>
              <a:rPr lang="en-US" sz="1800">
                <a:latin typeface="Sitka Display"/>
              </a:rPr>
              <a:t>3% have second highest height</a:t>
            </a:r>
          </a:p>
          <a:p>
            <a:pPr marL="285750" indent="-285750" algn="ctr">
              <a:buFont typeface="Calibri"/>
              <a:buChar char="-"/>
            </a:pPr>
            <a:r>
              <a:rPr lang="en-US" sz="1800">
                <a:latin typeface="Sitka Display"/>
              </a:rPr>
              <a:t>5% have third highest height</a:t>
            </a:r>
            <a:endParaRPr lang="en-US"/>
          </a:p>
        </p:txBody>
      </p:sp>
      <p:pic>
        <p:nvPicPr>
          <p:cNvPr id="4" name="Picture 3" descr="A table with numbers and a black stripe&#10;&#10;Description automatically generated">
            <a:extLst>
              <a:ext uri="{FF2B5EF4-FFF2-40B4-BE49-F238E27FC236}">
                <a16:creationId xmlns:a16="http://schemas.microsoft.com/office/drawing/2014/main" id="{AFA41BA8-788C-DF0A-80D7-63CA57AAD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325" y="1574588"/>
            <a:ext cx="5725350" cy="2528100"/>
          </a:xfrm>
          <a:prstGeom prst="rect">
            <a:avLst/>
          </a:prstGeom>
        </p:spPr>
      </p:pic>
      <p:pic>
        <p:nvPicPr>
          <p:cNvPr id="2" name="Picture 1" descr="A graph of growth of bush beans&#10;&#10;Description automatically generated">
            <a:extLst>
              <a:ext uri="{FF2B5EF4-FFF2-40B4-BE49-F238E27FC236}">
                <a16:creationId xmlns:a16="http://schemas.microsoft.com/office/drawing/2014/main" id="{01943DC7-D53B-347C-210E-93405D9E0A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616" t="6170" r="-154" b="17151"/>
          <a:stretch/>
        </p:blipFill>
        <p:spPr>
          <a:xfrm>
            <a:off x="1713079" y="952350"/>
            <a:ext cx="8765842" cy="377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499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F55341D-02DD-653A-44EB-9454F686F831}"/>
              </a:ext>
            </a:extLst>
          </p:cNvPr>
          <p:cNvSpPr txBox="1"/>
          <p:nvPr/>
        </p:nvSpPr>
        <p:spPr>
          <a:xfrm>
            <a:off x="342000" y="124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Impact"/>
              </a:rPr>
              <a:t>Data and Results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C8B6BAA8-55F5-8907-6B12-B900C5D1224F}"/>
              </a:ext>
            </a:extLst>
          </p:cNvPr>
          <p:cNvSpPr/>
          <p:nvPr/>
        </p:nvSpPr>
        <p:spPr>
          <a:xfrm>
            <a:off x="0" y="4724927"/>
            <a:ext cx="12192000" cy="2133073"/>
          </a:xfrm>
          <a:prstGeom prst="triangl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>
              <a:latin typeface="Sitka Displ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79AEB0-D8C9-0031-E615-00C910B72752}"/>
              </a:ext>
            </a:extLst>
          </p:cNvPr>
          <p:cNvSpPr txBox="1"/>
          <p:nvPr/>
        </p:nvSpPr>
        <p:spPr>
          <a:xfrm>
            <a:off x="3012462" y="5395431"/>
            <a:ext cx="6159842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800" i="1" dirty="0">
                <a:latin typeface="Sitka Display"/>
              </a:rPr>
              <a:t>Observations:</a:t>
            </a:r>
            <a:endParaRPr lang="en-US" sz="1800" i="1" dirty="0"/>
          </a:p>
          <a:p>
            <a:pPr algn="ctr"/>
            <a:endParaRPr lang="en-US" sz="1800" dirty="0">
              <a:latin typeface="Sitka Display"/>
            </a:endParaRPr>
          </a:p>
          <a:p>
            <a:pPr marL="285750" indent="-285750" algn="ctr">
              <a:buFont typeface="Calibri"/>
              <a:buChar char="-"/>
            </a:pPr>
            <a:r>
              <a:rPr lang="en-US" sz="1800" dirty="0">
                <a:latin typeface="Sitka Display"/>
              </a:rPr>
              <a:t>Control and 1% follow similar sprouting trends</a:t>
            </a:r>
          </a:p>
          <a:p>
            <a:pPr marL="285750" indent="-285750" algn="ctr">
              <a:buFont typeface="Calibri"/>
              <a:buChar char="-"/>
            </a:pPr>
            <a:r>
              <a:rPr lang="en-US" sz="1800" dirty="0">
                <a:latin typeface="Sitka Display"/>
              </a:rPr>
              <a:t>3% and 5% sprout later</a:t>
            </a:r>
          </a:p>
        </p:txBody>
      </p:sp>
      <p:pic>
        <p:nvPicPr>
          <p:cNvPr id="5" name="Picture 4" descr="A screenshot of a table&#10;&#10;Description automatically generated">
            <a:extLst>
              <a:ext uri="{FF2B5EF4-FFF2-40B4-BE49-F238E27FC236}">
                <a16:creationId xmlns:a16="http://schemas.microsoft.com/office/drawing/2014/main" id="{64536980-718A-C5C6-5324-72C65D18D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928" y="2391414"/>
            <a:ext cx="8839200" cy="1047750"/>
          </a:xfrm>
          <a:prstGeom prst="rect">
            <a:avLst/>
          </a:prstGeom>
        </p:spPr>
      </p:pic>
      <p:pic>
        <p:nvPicPr>
          <p:cNvPr id="4" name="Picture 3" descr="A graph with colored lines&#10;&#10;Description automatically generated">
            <a:extLst>
              <a:ext uri="{FF2B5EF4-FFF2-40B4-BE49-F238E27FC236}">
                <a16:creationId xmlns:a16="http://schemas.microsoft.com/office/drawing/2014/main" id="{6EBE2E14-ECED-07B0-43ED-074A1BEBA5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15" t="12214" r="3578" b="27180"/>
          <a:stretch/>
        </p:blipFill>
        <p:spPr>
          <a:xfrm>
            <a:off x="1436819" y="1331911"/>
            <a:ext cx="9311127" cy="339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7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F55341D-02DD-653A-44EB-9454F686F831}"/>
              </a:ext>
            </a:extLst>
          </p:cNvPr>
          <p:cNvSpPr txBox="1"/>
          <p:nvPr/>
        </p:nvSpPr>
        <p:spPr>
          <a:xfrm>
            <a:off x="342000" y="124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Impact"/>
              </a:rPr>
              <a:t>Data and Results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C8B6BAA8-55F5-8907-6B12-B900C5D1224F}"/>
              </a:ext>
            </a:extLst>
          </p:cNvPr>
          <p:cNvSpPr/>
          <p:nvPr/>
        </p:nvSpPr>
        <p:spPr>
          <a:xfrm>
            <a:off x="0" y="4724927"/>
            <a:ext cx="12192000" cy="2133073"/>
          </a:xfrm>
          <a:prstGeom prst="triangl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>
              <a:latin typeface="Sitka Displ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15824C-EC5C-FCE4-D756-DED83B8421DF}"/>
              </a:ext>
            </a:extLst>
          </p:cNvPr>
          <p:cNvSpPr txBox="1"/>
          <p:nvPr/>
        </p:nvSpPr>
        <p:spPr>
          <a:xfrm>
            <a:off x="3387242" y="5390209"/>
            <a:ext cx="5414575" cy="12464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500" i="1" dirty="0">
                <a:latin typeface="Sitka Display"/>
              </a:rPr>
              <a:t>Observations:</a:t>
            </a:r>
            <a:endParaRPr lang="en-US" sz="1500" dirty="0">
              <a:latin typeface="Sitka Display"/>
            </a:endParaRPr>
          </a:p>
          <a:p>
            <a:pPr marL="285750" indent="-285750" algn="ctr">
              <a:buFont typeface="Calibri"/>
              <a:buChar char="-"/>
            </a:pPr>
            <a:r>
              <a:rPr lang="en-US" sz="1500" dirty="0">
                <a:latin typeface="Sitka Display"/>
              </a:rPr>
              <a:t>Control group sprouts the earliest, reaches 100% sprouted first</a:t>
            </a:r>
          </a:p>
          <a:p>
            <a:pPr marL="285750" indent="-285750" algn="ctr">
              <a:buFont typeface="Calibri"/>
              <a:buChar char="-"/>
            </a:pPr>
            <a:r>
              <a:rPr lang="en-US" sz="1500" dirty="0">
                <a:latin typeface="Sitka Display"/>
              </a:rPr>
              <a:t>1% group fully sprouts after</a:t>
            </a:r>
          </a:p>
          <a:p>
            <a:pPr marL="285750" indent="-285750" algn="ctr">
              <a:buFont typeface="Calibri"/>
              <a:buChar char="-"/>
            </a:pPr>
            <a:r>
              <a:rPr lang="en-US" sz="1500" dirty="0">
                <a:latin typeface="Sitka Display"/>
              </a:rPr>
              <a:t>3% group sprouts third, but does not full sprout</a:t>
            </a:r>
          </a:p>
          <a:p>
            <a:pPr marL="285750" indent="-285750" algn="ctr">
              <a:buFont typeface="Calibri"/>
              <a:buChar char="-"/>
            </a:pPr>
            <a:r>
              <a:rPr lang="en-US" sz="1500" dirty="0">
                <a:latin typeface="Sitka Display"/>
              </a:rPr>
              <a:t>5% has the least amount sprouted, and sprouts latest.</a:t>
            </a:r>
          </a:p>
        </p:txBody>
      </p:sp>
      <p:pic>
        <p:nvPicPr>
          <p:cNvPr id="5" name="Picture 4" descr="A table with numbers and text&#10;&#10;Description automatically generated">
            <a:extLst>
              <a:ext uri="{FF2B5EF4-FFF2-40B4-BE49-F238E27FC236}">
                <a16:creationId xmlns:a16="http://schemas.microsoft.com/office/drawing/2014/main" id="{A4468C35-8A8D-B1FF-F339-EBD67B8D8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929" y="2595562"/>
            <a:ext cx="8839200" cy="16668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115741-9268-0E4F-E4A7-3FCE1A4F68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5" t="12297" r="-154" b="25357"/>
          <a:stretch/>
        </p:blipFill>
        <p:spPr>
          <a:xfrm>
            <a:off x="1351338" y="1105650"/>
            <a:ext cx="9486381" cy="361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8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BFE507-F25D-21C2-4452-E9A9B543566C}"/>
              </a:ext>
            </a:extLst>
          </p:cNvPr>
          <p:cNvSpPr txBox="1"/>
          <p:nvPr/>
        </p:nvSpPr>
        <p:spPr>
          <a:xfrm>
            <a:off x="342000" y="124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Impact"/>
              </a:rPr>
              <a:t>Data and Results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 descr="A group of small plants in aluminum trays&#10;&#10;Description automatically generated">
            <a:extLst>
              <a:ext uri="{FF2B5EF4-FFF2-40B4-BE49-F238E27FC236}">
                <a16:creationId xmlns:a16="http://schemas.microsoft.com/office/drawing/2014/main" id="{DBE6A777-FF7E-1BF9-A68C-B737BAB94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787" y="907200"/>
            <a:ext cx="5110425" cy="55956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DB933C7-9427-FCC0-5E69-B2A1B60BAC14}"/>
              </a:ext>
            </a:extLst>
          </p:cNvPr>
          <p:cNvGrpSpPr/>
          <p:nvPr/>
        </p:nvGrpSpPr>
        <p:grpSpPr>
          <a:xfrm>
            <a:off x="1096875" y="922875"/>
            <a:ext cx="4238700" cy="5580450"/>
            <a:chOff x="382875" y="868875"/>
            <a:chExt cx="4238700" cy="5580450"/>
          </a:xfrm>
        </p:grpSpPr>
        <p:pic>
          <p:nvPicPr>
            <p:cNvPr id="3" name="Picture 2" descr="A trays of soil in cups&#10;&#10;Description automatically generated">
              <a:extLst>
                <a:ext uri="{FF2B5EF4-FFF2-40B4-BE49-F238E27FC236}">
                  <a16:creationId xmlns:a16="http://schemas.microsoft.com/office/drawing/2014/main" id="{7ABFDA3D-5647-5ACA-4D01-5AA13AECA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2875" y="868875"/>
              <a:ext cx="4238700" cy="5580450"/>
            </a:xfrm>
            <a:prstGeom prst="rect">
              <a:avLst/>
            </a:prstGeom>
          </p:spPr>
        </p:pic>
        <p:pic>
          <p:nvPicPr>
            <p:cNvPr id="7" name="Picture 6" descr="A close up of a wood floor&#10;&#10;Description automatically generated">
              <a:extLst>
                <a:ext uri="{FF2B5EF4-FFF2-40B4-BE49-F238E27FC236}">
                  <a16:creationId xmlns:a16="http://schemas.microsoft.com/office/drawing/2014/main" id="{FE5A8E43-872D-5C58-6F93-D1262AC73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75750" y="4995750"/>
              <a:ext cx="1376325" cy="1451475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55BF7A7-E076-67DE-BCA7-E698C1F046C8}"/>
              </a:ext>
            </a:extLst>
          </p:cNvPr>
          <p:cNvSpPr txBox="1"/>
          <p:nvPr/>
        </p:nvSpPr>
        <p:spPr>
          <a:xfrm>
            <a:off x="1080000" y="5794240"/>
            <a:ext cx="4243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4000" dirty="0">
                <a:solidFill>
                  <a:schemeClr val="bg1"/>
                </a:solidFill>
                <a:latin typeface="Impact"/>
              </a:rPr>
              <a:t>Day 11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78EC43-C66B-8214-B602-0C2B0B404F0A}"/>
              </a:ext>
            </a:extLst>
          </p:cNvPr>
          <p:cNvSpPr txBox="1"/>
          <p:nvPr/>
        </p:nvSpPr>
        <p:spPr>
          <a:xfrm>
            <a:off x="7146000" y="5794240"/>
            <a:ext cx="4243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4000">
                <a:solidFill>
                  <a:schemeClr val="bg1"/>
                </a:solidFill>
                <a:latin typeface="Impact"/>
              </a:rPr>
              <a:t>Day 26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55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small plants in foil cups&#10;&#10;Description automatically generated">
            <a:extLst>
              <a:ext uri="{FF2B5EF4-FFF2-40B4-BE49-F238E27FC236}">
                <a16:creationId xmlns:a16="http://schemas.microsoft.com/office/drawing/2014/main" id="{8DC36CEA-39A5-397B-D809-6A91315DBF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6000"/>
          </a:blip>
          <a:srcRect l="6229" t="786" r="19835" b="13884"/>
          <a:stretch/>
        </p:blipFill>
        <p:spPr>
          <a:xfrm rot="5400000">
            <a:off x="2667001" y="-2667001"/>
            <a:ext cx="6858000" cy="12192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BFE507-F25D-21C2-4452-E9A9B543566C}"/>
              </a:ext>
            </a:extLst>
          </p:cNvPr>
          <p:cNvSpPr txBox="1"/>
          <p:nvPr/>
        </p:nvSpPr>
        <p:spPr>
          <a:xfrm>
            <a:off x="330000" y="292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Impact"/>
              </a:rPr>
              <a:t>Data and Results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B2176-766C-E98B-D015-9F12D1716BCC}"/>
              </a:ext>
            </a:extLst>
          </p:cNvPr>
          <p:cNvSpPr txBox="1"/>
          <p:nvPr/>
        </p:nvSpPr>
        <p:spPr>
          <a:xfrm>
            <a:off x="1207037" y="1717418"/>
            <a:ext cx="9776206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>
                <a:solidFill>
                  <a:schemeClr val="bg1"/>
                </a:solidFill>
                <a:latin typeface="Sitka Display"/>
              </a:rPr>
              <a:t>Overall, above 1%, as oil contamination percentage increases, bush bean plant height and sprouting success decrease.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20930168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BFE507-F25D-21C2-4452-E9A9B543566C}"/>
              </a:ext>
            </a:extLst>
          </p:cNvPr>
          <p:cNvSpPr txBox="1"/>
          <p:nvPr/>
        </p:nvSpPr>
        <p:spPr>
          <a:xfrm>
            <a:off x="330000" y="292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Impact"/>
              </a:rPr>
              <a:t>Discussion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B2176-766C-E98B-D015-9F12D1716BCC}"/>
              </a:ext>
            </a:extLst>
          </p:cNvPr>
          <p:cNvSpPr txBox="1"/>
          <p:nvPr/>
        </p:nvSpPr>
        <p:spPr>
          <a:xfrm>
            <a:off x="1207037" y="2813282"/>
            <a:ext cx="9776206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6000">
                <a:solidFill>
                  <a:schemeClr val="bg1"/>
                </a:solidFill>
                <a:latin typeface="Sitka Display"/>
              </a:rPr>
              <a:t>Our hypothesis was supported.</a:t>
            </a:r>
            <a:endParaRPr lang="en-US" sz="6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988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BE9EF2-580C-4807-8443-1A01E5D1F727}"/>
              </a:ext>
            </a:extLst>
          </p:cNvPr>
          <p:cNvSpPr txBox="1"/>
          <p:nvPr/>
        </p:nvSpPr>
        <p:spPr>
          <a:xfrm>
            <a:off x="330000" y="292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Impact"/>
              </a:rPr>
              <a:t>Discussion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3B125-7BF4-B093-E42C-4A904B9E3845}"/>
              </a:ext>
            </a:extLst>
          </p:cNvPr>
          <p:cNvSpPr txBox="1"/>
          <p:nvPr/>
        </p:nvSpPr>
        <p:spPr>
          <a:xfrm>
            <a:off x="1207897" y="76796"/>
            <a:ext cx="977620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>
                <a:solidFill>
                  <a:schemeClr val="bg1"/>
                </a:solidFill>
                <a:latin typeface="Sitka Display"/>
              </a:rPr>
              <a:t>Why?</a:t>
            </a:r>
            <a:endParaRPr lang="en-US" sz="540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2435A7C-18ED-6C84-A4CF-122F5BD7C308}"/>
              </a:ext>
            </a:extLst>
          </p:cNvPr>
          <p:cNvGrpSpPr/>
          <p:nvPr/>
        </p:nvGrpSpPr>
        <p:grpSpPr>
          <a:xfrm>
            <a:off x="951719" y="3429000"/>
            <a:ext cx="2714206" cy="3868455"/>
            <a:chOff x="1503486" y="1030999"/>
            <a:chExt cx="2714206" cy="3868455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A4B744A-C49A-B590-C38C-1CC37DAF0007}"/>
                </a:ext>
              </a:extLst>
            </p:cNvPr>
            <p:cNvSpPr/>
            <p:nvPr/>
          </p:nvSpPr>
          <p:spPr>
            <a:xfrm>
              <a:off x="1503486" y="1030999"/>
              <a:ext cx="2714206" cy="386845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F9A0003-1161-F700-07DE-4A631867C6B1}"/>
                </a:ext>
              </a:extLst>
            </p:cNvPr>
            <p:cNvSpPr txBox="1"/>
            <p:nvPr/>
          </p:nvSpPr>
          <p:spPr>
            <a:xfrm>
              <a:off x="1503486" y="1385789"/>
              <a:ext cx="2714206" cy="120032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dirty="0">
                  <a:latin typeface="Times New Roman"/>
                  <a:cs typeface="Times New Roman"/>
                </a:rPr>
                <a:t>Hydrocarbons in oil</a:t>
              </a:r>
              <a:endParaRPr lang="en-US" sz="2400" dirty="0">
                <a:latin typeface="Aptos" panose="02110004020202020204"/>
                <a:cs typeface="Times New Roman"/>
              </a:endParaRPr>
            </a:p>
            <a:p>
              <a:r>
                <a:rPr lang="en-US" sz="2400" dirty="0">
                  <a:latin typeface="Times New Roman"/>
                  <a:cs typeface="Times New Roman"/>
                </a:rPr>
                <a:t>decrease soil’s microbial diversity</a:t>
              </a:r>
              <a:endParaRPr lang="en-US" sz="2400" dirty="0"/>
            </a:p>
          </p:txBody>
        </p:sp>
      </p:grpSp>
      <p:sp>
        <p:nvSpPr>
          <p:cNvPr id="8" name="Freeform 7">
            <a:extLst>
              <a:ext uri="{FF2B5EF4-FFF2-40B4-BE49-F238E27FC236}">
                <a16:creationId xmlns:a16="http://schemas.microsoft.com/office/drawing/2014/main" id="{28ED435C-796A-0FDA-3309-F3E7A9F18F61}"/>
              </a:ext>
            </a:extLst>
          </p:cNvPr>
          <p:cNvSpPr/>
          <p:nvPr/>
        </p:nvSpPr>
        <p:spPr>
          <a:xfrm>
            <a:off x="778234" y="3674303"/>
            <a:ext cx="3076832" cy="3917092"/>
          </a:xfrm>
          <a:custGeom>
            <a:avLst/>
            <a:gdLst>
              <a:gd name="connsiteX0" fmla="*/ 0 w 3076832"/>
              <a:gd name="connsiteY0" fmla="*/ 0 h 3917092"/>
              <a:gd name="connsiteX1" fmla="*/ 988540 w 3076832"/>
              <a:gd name="connsiteY1" fmla="*/ 0 h 3917092"/>
              <a:gd name="connsiteX2" fmla="*/ 1538416 w 3076832"/>
              <a:gd name="connsiteY2" fmla="*/ 549876 h 3917092"/>
              <a:gd name="connsiteX3" fmla="*/ 2088292 w 3076832"/>
              <a:gd name="connsiteY3" fmla="*/ 0 h 3917092"/>
              <a:gd name="connsiteX4" fmla="*/ 3076832 w 3076832"/>
              <a:gd name="connsiteY4" fmla="*/ 0 h 3917092"/>
              <a:gd name="connsiteX5" fmla="*/ 3076832 w 3076832"/>
              <a:gd name="connsiteY5" fmla="*/ 3917092 h 3917092"/>
              <a:gd name="connsiteX6" fmla="*/ 0 w 3076832"/>
              <a:gd name="connsiteY6" fmla="*/ 3917092 h 391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6832" h="3917092">
                <a:moveTo>
                  <a:pt x="0" y="0"/>
                </a:moveTo>
                <a:lnTo>
                  <a:pt x="988540" y="0"/>
                </a:lnTo>
                <a:cubicBezTo>
                  <a:pt x="988540" y="303688"/>
                  <a:pt x="1234728" y="549876"/>
                  <a:pt x="1538416" y="549876"/>
                </a:cubicBezTo>
                <a:cubicBezTo>
                  <a:pt x="1842104" y="549876"/>
                  <a:pt x="2088292" y="303688"/>
                  <a:pt x="2088292" y="0"/>
                </a:cubicBezTo>
                <a:lnTo>
                  <a:pt x="3076832" y="0"/>
                </a:lnTo>
                <a:lnTo>
                  <a:pt x="3076832" y="3917092"/>
                </a:lnTo>
                <a:lnTo>
                  <a:pt x="0" y="3917092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86144-8606-7385-5A7D-4460A5A1EEF9}"/>
              </a:ext>
            </a:extLst>
          </p:cNvPr>
          <p:cNvSpPr txBox="1"/>
          <p:nvPr/>
        </p:nvSpPr>
        <p:spPr>
          <a:xfrm>
            <a:off x="1296721" y="4909574"/>
            <a:ext cx="1952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Impact" panose="020B0806030902050204" pitchFamily="34" charset="0"/>
              </a:rPr>
              <a:t>01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3CBE4A-A390-4B70-5E19-D1CEDD476CF7}"/>
              </a:ext>
            </a:extLst>
          </p:cNvPr>
          <p:cNvGrpSpPr/>
          <p:nvPr/>
        </p:nvGrpSpPr>
        <p:grpSpPr>
          <a:xfrm>
            <a:off x="4939930" y="3428998"/>
            <a:ext cx="2714206" cy="3868455"/>
            <a:chOff x="1503486" y="1030999"/>
            <a:chExt cx="2714206" cy="3868455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B10093D1-9982-2E42-4860-7B4E5C5A5846}"/>
                </a:ext>
              </a:extLst>
            </p:cNvPr>
            <p:cNvSpPr/>
            <p:nvPr/>
          </p:nvSpPr>
          <p:spPr>
            <a:xfrm>
              <a:off x="1503486" y="1030999"/>
              <a:ext cx="2714206" cy="386845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62CAB5-50F4-2B45-AA25-ECFF9ED00249}"/>
                </a:ext>
              </a:extLst>
            </p:cNvPr>
            <p:cNvSpPr txBox="1"/>
            <p:nvPr/>
          </p:nvSpPr>
          <p:spPr>
            <a:xfrm>
              <a:off x="1503486" y="1385789"/>
              <a:ext cx="2714206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 dirty="0">
                  <a:latin typeface="Times New Roman"/>
                  <a:cs typeface="Times New Roman"/>
                </a:rPr>
                <a:t>Motor oil is hydrophobic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C28FDF44-7985-E530-EDEE-98E26C33A573}"/>
              </a:ext>
            </a:extLst>
          </p:cNvPr>
          <p:cNvSpPr/>
          <p:nvPr/>
        </p:nvSpPr>
        <p:spPr>
          <a:xfrm>
            <a:off x="4776792" y="3674303"/>
            <a:ext cx="3076832" cy="3917092"/>
          </a:xfrm>
          <a:custGeom>
            <a:avLst/>
            <a:gdLst>
              <a:gd name="connsiteX0" fmla="*/ 0 w 3076832"/>
              <a:gd name="connsiteY0" fmla="*/ 0 h 3917092"/>
              <a:gd name="connsiteX1" fmla="*/ 988540 w 3076832"/>
              <a:gd name="connsiteY1" fmla="*/ 0 h 3917092"/>
              <a:gd name="connsiteX2" fmla="*/ 1538416 w 3076832"/>
              <a:gd name="connsiteY2" fmla="*/ 549876 h 3917092"/>
              <a:gd name="connsiteX3" fmla="*/ 2088292 w 3076832"/>
              <a:gd name="connsiteY3" fmla="*/ 0 h 3917092"/>
              <a:gd name="connsiteX4" fmla="*/ 3076832 w 3076832"/>
              <a:gd name="connsiteY4" fmla="*/ 0 h 3917092"/>
              <a:gd name="connsiteX5" fmla="*/ 3076832 w 3076832"/>
              <a:gd name="connsiteY5" fmla="*/ 3917092 h 3917092"/>
              <a:gd name="connsiteX6" fmla="*/ 0 w 3076832"/>
              <a:gd name="connsiteY6" fmla="*/ 3917092 h 391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6832" h="3917092">
                <a:moveTo>
                  <a:pt x="0" y="0"/>
                </a:moveTo>
                <a:lnTo>
                  <a:pt x="988540" y="0"/>
                </a:lnTo>
                <a:cubicBezTo>
                  <a:pt x="988540" y="303688"/>
                  <a:pt x="1234728" y="549876"/>
                  <a:pt x="1538416" y="549876"/>
                </a:cubicBezTo>
                <a:cubicBezTo>
                  <a:pt x="1842104" y="549876"/>
                  <a:pt x="2088292" y="303688"/>
                  <a:pt x="2088292" y="0"/>
                </a:cubicBezTo>
                <a:lnTo>
                  <a:pt x="3076832" y="0"/>
                </a:lnTo>
                <a:lnTo>
                  <a:pt x="3076832" y="3917092"/>
                </a:lnTo>
                <a:lnTo>
                  <a:pt x="0" y="391709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7D29B5-9E38-BFD8-90C9-509F1640A71A}"/>
              </a:ext>
            </a:extLst>
          </p:cNvPr>
          <p:cNvSpPr txBox="1"/>
          <p:nvPr/>
        </p:nvSpPr>
        <p:spPr>
          <a:xfrm>
            <a:off x="5339024" y="4909574"/>
            <a:ext cx="1952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Impact" panose="020B0806030902050204" pitchFamily="34" charset="0"/>
              </a:rPr>
              <a:t>02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6EA0356-5EC6-19E1-67CF-63AB6F6F127D}"/>
              </a:ext>
            </a:extLst>
          </p:cNvPr>
          <p:cNvGrpSpPr/>
          <p:nvPr/>
        </p:nvGrpSpPr>
        <p:grpSpPr>
          <a:xfrm>
            <a:off x="8581680" y="3428999"/>
            <a:ext cx="2714206" cy="3868455"/>
            <a:chOff x="1503486" y="1030999"/>
            <a:chExt cx="2714206" cy="3868455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A181DA1-E28A-7438-5F3F-EFBDD65652A9}"/>
                </a:ext>
              </a:extLst>
            </p:cNvPr>
            <p:cNvSpPr/>
            <p:nvPr/>
          </p:nvSpPr>
          <p:spPr>
            <a:xfrm>
              <a:off x="1503486" y="1030999"/>
              <a:ext cx="2714206" cy="386845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839EFB-6CA4-F01A-DE86-CA8EFD25529A}"/>
                </a:ext>
              </a:extLst>
            </p:cNvPr>
            <p:cNvSpPr txBox="1"/>
            <p:nvPr/>
          </p:nvSpPr>
          <p:spPr>
            <a:xfrm>
              <a:off x="1503486" y="1385789"/>
              <a:ext cx="2714206" cy="120032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dirty="0">
                  <a:latin typeface="Times New Roman"/>
                  <a:cs typeface="Times New Roman"/>
                </a:rPr>
                <a:t>Oil contamination limits oxygen availability in plants</a:t>
              </a:r>
              <a:endParaRPr lang="en-US" sz="2400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889B0006-7225-6E83-6ECA-F1A3407D68F2}"/>
              </a:ext>
            </a:extLst>
          </p:cNvPr>
          <p:cNvSpPr/>
          <p:nvPr/>
        </p:nvSpPr>
        <p:spPr>
          <a:xfrm>
            <a:off x="8415856" y="3674303"/>
            <a:ext cx="3076832" cy="3917092"/>
          </a:xfrm>
          <a:custGeom>
            <a:avLst/>
            <a:gdLst>
              <a:gd name="connsiteX0" fmla="*/ 0 w 3076832"/>
              <a:gd name="connsiteY0" fmla="*/ 0 h 3917092"/>
              <a:gd name="connsiteX1" fmla="*/ 988540 w 3076832"/>
              <a:gd name="connsiteY1" fmla="*/ 0 h 3917092"/>
              <a:gd name="connsiteX2" fmla="*/ 1538416 w 3076832"/>
              <a:gd name="connsiteY2" fmla="*/ 549876 h 3917092"/>
              <a:gd name="connsiteX3" fmla="*/ 2088292 w 3076832"/>
              <a:gd name="connsiteY3" fmla="*/ 0 h 3917092"/>
              <a:gd name="connsiteX4" fmla="*/ 3076832 w 3076832"/>
              <a:gd name="connsiteY4" fmla="*/ 0 h 3917092"/>
              <a:gd name="connsiteX5" fmla="*/ 3076832 w 3076832"/>
              <a:gd name="connsiteY5" fmla="*/ 3917092 h 3917092"/>
              <a:gd name="connsiteX6" fmla="*/ 0 w 3076832"/>
              <a:gd name="connsiteY6" fmla="*/ 3917092 h 391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6832" h="3917092">
                <a:moveTo>
                  <a:pt x="0" y="0"/>
                </a:moveTo>
                <a:lnTo>
                  <a:pt x="988540" y="0"/>
                </a:lnTo>
                <a:cubicBezTo>
                  <a:pt x="988540" y="303688"/>
                  <a:pt x="1234728" y="549876"/>
                  <a:pt x="1538416" y="549876"/>
                </a:cubicBezTo>
                <a:cubicBezTo>
                  <a:pt x="1842104" y="549876"/>
                  <a:pt x="2088292" y="303688"/>
                  <a:pt x="2088292" y="0"/>
                </a:cubicBezTo>
                <a:lnTo>
                  <a:pt x="3076832" y="0"/>
                </a:lnTo>
                <a:lnTo>
                  <a:pt x="3076832" y="3917092"/>
                </a:lnTo>
                <a:lnTo>
                  <a:pt x="0" y="391709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6DF644-84B5-C018-AAF1-271AB1CACA2B}"/>
              </a:ext>
            </a:extLst>
          </p:cNvPr>
          <p:cNvSpPr txBox="1"/>
          <p:nvPr/>
        </p:nvSpPr>
        <p:spPr>
          <a:xfrm>
            <a:off x="8978088" y="4909574"/>
            <a:ext cx="1952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Impact" panose="020B080603090205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69839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BE9EF2-580C-4807-8443-1A01E5D1F727}"/>
              </a:ext>
            </a:extLst>
          </p:cNvPr>
          <p:cNvSpPr txBox="1"/>
          <p:nvPr/>
        </p:nvSpPr>
        <p:spPr>
          <a:xfrm>
            <a:off x="330000" y="292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Impact"/>
              </a:rPr>
              <a:t>Discussion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3B125-7BF4-B093-E42C-4A904B9E3845}"/>
              </a:ext>
            </a:extLst>
          </p:cNvPr>
          <p:cNvSpPr txBox="1"/>
          <p:nvPr/>
        </p:nvSpPr>
        <p:spPr>
          <a:xfrm>
            <a:off x="1207897" y="76796"/>
            <a:ext cx="977620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>
                <a:solidFill>
                  <a:schemeClr val="bg1"/>
                </a:solidFill>
                <a:latin typeface="Sitka Display"/>
              </a:rPr>
              <a:t>Why?</a:t>
            </a:r>
            <a:endParaRPr lang="en-US" sz="540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2435A7C-18ED-6C84-A4CF-122F5BD7C308}"/>
              </a:ext>
            </a:extLst>
          </p:cNvPr>
          <p:cNvGrpSpPr/>
          <p:nvPr/>
        </p:nvGrpSpPr>
        <p:grpSpPr>
          <a:xfrm>
            <a:off x="994969" y="1000126"/>
            <a:ext cx="2714206" cy="3868455"/>
            <a:chOff x="1546736" y="-1397875"/>
            <a:chExt cx="2714206" cy="3868455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A4B744A-C49A-B590-C38C-1CC37DAF0007}"/>
                </a:ext>
              </a:extLst>
            </p:cNvPr>
            <p:cNvSpPr/>
            <p:nvPr/>
          </p:nvSpPr>
          <p:spPr>
            <a:xfrm>
              <a:off x="1546736" y="-1397875"/>
              <a:ext cx="2714206" cy="386845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F9A0003-1161-F700-07DE-4A631867C6B1}"/>
                </a:ext>
              </a:extLst>
            </p:cNvPr>
            <p:cNvSpPr txBox="1"/>
            <p:nvPr/>
          </p:nvSpPr>
          <p:spPr>
            <a:xfrm>
              <a:off x="1546736" y="-1043085"/>
              <a:ext cx="2714206" cy="120032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dirty="0">
                  <a:latin typeface="Times New Roman"/>
                  <a:cs typeface="Times New Roman"/>
                </a:rPr>
                <a:t>Hydrocarbons in oil</a:t>
              </a:r>
              <a:endParaRPr lang="en-US" sz="2400" dirty="0">
                <a:latin typeface="Aptos" panose="02110004020202020204"/>
                <a:cs typeface="Times New Roman"/>
              </a:endParaRPr>
            </a:p>
            <a:p>
              <a:r>
                <a:rPr lang="en-US" sz="2400" dirty="0">
                  <a:latin typeface="Times New Roman"/>
                  <a:cs typeface="Times New Roman"/>
                </a:rPr>
                <a:t>decrease soil’s microbial diversity</a:t>
              </a:r>
              <a:endParaRPr lang="en-US" sz="2400" dirty="0"/>
            </a:p>
          </p:txBody>
        </p:sp>
      </p:grpSp>
      <p:sp>
        <p:nvSpPr>
          <p:cNvPr id="8" name="Freeform 7">
            <a:extLst>
              <a:ext uri="{FF2B5EF4-FFF2-40B4-BE49-F238E27FC236}">
                <a16:creationId xmlns:a16="http://schemas.microsoft.com/office/drawing/2014/main" id="{28ED435C-796A-0FDA-3309-F3E7A9F18F61}"/>
              </a:ext>
            </a:extLst>
          </p:cNvPr>
          <p:cNvSpPr/>
          <p:nvPr/>
        </p:nvSpPr>
        <p:spPr>
          <a:xfrm>
            <a:off x="778234" y="3674303"/>
            <a:ext cx="3076832" cy="3917092"/>
          </a:xfrm>
          <a:custGeom>
            <a:avLst/>
            <a:gdLst>
              <a:gd name="connsiteX0" fmla="*/ 0 w 3076832"/>
              <a:gd name="connsiteY0" fmla="*/ 0 h 3917092"/>
              <a:gd name="connsiteX1" fmla="*/ 988540 w 3076832"/>
              <a:gd name="connsiteY1" fmla="*/ 0 h 3917092"/>
              <a:gd name="connsiteX2" fmla="*/ 1538416 w 3076832"/>
              <a:gd name="connsiteY2" fmla="*/ 549876 h 3917092"/>
              <a:gd name="connsiteX3" fmla="*/ 2088292 w 3076832"/>
              <a:gd name="connsiteY3" fmla="*/ 0 h 3917092"/>
              <a:gd name="connsiteX4" fmla="*/ 3076832 w 3076832"/>
              <a:gd name="connsiteY4" fmla="*/ 0 h 3917092"/>
              <a:gd name="connsiteX5" fmla="*/ 3076832 w 3076832"/>
              <a:gd name="connsiteY5" fmla="*/ 3917092 h 3917092"/>
              <a:gd name="connsiteX6" fmla="*/ 0 w 3076832"/>
              <a:gd name="connsiteY6" fmla="*/ 3917092 h 391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6832" h="3917092">
                <a:moveTo>
                  <a:pt x="0" y="0"/>
                </a:moveTo>
                <a:lnTo>
                  <a:pt x="988540" y="0"/>
                </a:lnTo>
                <a:cubicBezTo>
                  <a:pt x="988540" y="303688"/>
                  <a:pt x="1234728" y="549876"/>
                  <a:pt x="1538416" y="549876"/>
                </a:cubicBezTo>
                <a:cubicBezTo>
                  <a:pt x="1842104" y="549876"/>
                  <a:pt x="2088292" y="303688"/>
                  <a:pt x="2088292" y="0"/>
                </a:cubicBezTo>
                <a:lnTo>
                  <a:pt x="3076832" y="0"/>
                </a:lnTo>
                <a:lnTo>
                  <a:pt x="3076832" y="3917092"/>
                </a:lnTo>
                <a:lnTo>
                  <a:pt x="0" y="3917092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86144-8606-7385-5A7D-4460A5A1EEF9}"/>
              </a:ext>
            </a:extLst>
          </p:cNvPr>
          <p:cNvSpPr txBox="1"/>
          <p:nvPr/>
        </p:nvSpPr>
        <p:spPr>
          <a:xfrm>
            <a:off x="1296721" y="4909574"/>
            <a:ext cx="1952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Impact" panose="020B0806030902050204" pitchFamily="34" charset="0"/>
              </a:rPr>
              <a:t>01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AA27A4-B795-2FC5-FD41-2739EEDF9A9D}"/>
              </a:ext>
            </a:extLst>
          </p:cNvPr>
          <p:cNvGrpSpPr/>
          <p:nvPr/>
        </p:nvGrpSpPr>
        <p:grpSpPr>
          <a:xfrm>
            <a:off x="4958105" y="3428999"/>
            <a:ext cx="2714206" cy="3868455"/>
            <a:chOff x="1503486" y="1030999"/>
            <a:chExt cx="2714206" cy="3868455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E42D31A-4FAC-8FF6-C998-D1CDE37C806D}"/>
                </a:ext>
              </a:extLst>
            </p:cNvPr>
            <p:cNvSpPr/>
            <p:nvPr/>
          </p:nvSpPr>
          <p:spPr>
            <a:xfrm>
              <a:off x="1503486" y="1030999"/>
              <a:ext cx="2714206" cy="386845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05D207F-2DBC-1C59-8F7E-F548D93252D3}"/>
                </a:ext>
              </a:extLst>
            </p:cNvPr>
            <p:cNvSpPr txBox="1"/>
            <p:nvPr/>
          </p:nvSpPr>
          <p:spPr>
            <a:xfrm>
              <a:off x="1503486" y="1385789"/>
              <a:ext cx="2714206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 dirty="0">
                  <a:latin typeface="Times New Roman"/>
                  <a:cs typeface="Times New Roman"/>
                </a:rPr>
                <a:t>Motor oil is hydrophobic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C28FDF44-7985-E530-EDEE-98E26C33A573}"/>
              </a:ext>
            </a:extLst>
          </p:cNvPr>
          <p:cNvSpPr/>
          <p:nvPr/>
        </p:nvSpPr>
        <p:spPr>
          <a:xfrm>
            <a:off x="4776792" y="3674303"/>
            <a:ext cx="3076832" cy="3917092"/>
          </a:xfrm>
          <a:custGeom>
            <a:avLst/>
            <a:gdLst>
              <a:gd name="connsiteX0" fmla="*/ 0 w 3076832"/>
              <a:gd name="connsiteY0" fmla="*/ 0 h 3917092"/>
              <a:gd name="connsiteX1" fmla="*/ 988540 w 3076832"/>
              <a:gd name="connsiteY1" fmla="*/ 0 h 3917092"/>
              <a:gd name="connsiteX2" fmla="*/ 1538416 w 3076832"/>
              <a:gd name="connsiteY2" fmla="*/ 549876 h 3917092"/>
              <a:gd name="connsiteX3" fmla="*/ 2088292 w 3076832"/>
              <a:gd name="connsiteY3" fmla="*/ 0 h 3917092"/>
              <a:gd name="connsiteX4" fmla="*/ 3076832 w 3076832"/>
              <a:gd name="connsiteY4" fmla="*/ 0 h 3917092"/>
              <a:gd name="connsiteX5" fmla="*/ 3076832 w 3076832"/>
              <a:gd name="connsiteY5" fmla="*/ 3917092 h 3917092"/>
              <a:gd name="connsiteX6" fmla="*/ 0 w 3076832"/>
              <a:gd name="connsiteY6" fmla="*/ 3917092 h 391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6832" h="3917092">
                <a:moveTo>
                  <a:pt x="0" y="0"/>
                </a:moveTo>
                <a:lnTo>
                  <a:pt x="988540" y="0"/>
                </a:lnTo>
                <a:cubicBezTo>
                  <a:pt x="988540" y="303688"/>
                  <a:pt x="1234728" y="549876"/>
                  <a:pt x="1538416" y="549876"/>
                </a:cubicBezTo>
                <a:cubicBezTo>
                  <a:pt x="1842104" y="549876"/>
                  <a:pt x="2088292" y="303688"/>
                  <a:pt x="2088292" y="0"/>
                </a:cubicBezTo>
                <a:lnTo>
                  <a:pt x="3076832" y="0"/>
                </a:lnTo>
                <a:lnTo>
                  <a:pt x="3076832" y="3917092"/>
                </a:lnTo>
                <a:lnTo>
                  <a:pt x="0" y="391709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7D29B5-9E38-BFD8-90C9-509F1640A71A}"/>
              </a:ext>
            </a:extLst>
          </p:cNvPr>
          <p:cNvSpPr txBox="1"/>
          <p:nvPr/>
        </p:nvSpPr>
        <p:spPr>
          <a:xfrm>
            <a:off x="5339024" y="4909574"/>
            <a:ext cx="1952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Impact" panose="020B0806030902050204" pitchFamily="34" charset="0"/>
              </a:rPr>
              <a:t>02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6EA0356-5EC6-19E1-67CF-63AB6F6F127D}"/>
              </a:ext>
            </a:extLst>
          </p:cNvPr>
          <p:cNvGrpSpPr/>
          <p:nvPr/>
        </p:nvGrpSpPr>
        <p:grpSpPr>
          <a:xfrm>
            <a:off x="8581680" y="3428999"/>
            <a:ext cx="2714206" cy="3868455"/>
            <a:chOff x="1503486" y="1030999"/>
            <a:chExt cx="2714206" cy="3868455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A181DA1-E28A-7438-5F3F-EFBDD65652A9}"/>
                </a:ext>
              </a:extLst>
            </p:cNvPr>
            <p:cNvSpPr/>
            <p:nvPr/>
          </p:nvSpPr>
          <p:spPr>
            <a:xfrm>
              <a:off x="1503486" y="1030999"/>
              <a:ext cx="2714206" cy="386845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839EFB-6CA4-F01A-DE86-CA8EFD25529A}"/>
                </a:ext>
              </a:extLst>
            </p:cNvPr>
            <p:cNvSpPr txBox="1"/>
            <p:nvPr/>
          </p:nvSpPr>
          <p:spPr>
            <a:xfrm>
              <a:off x="1503486" y="1385789"/>
              <a:ext cx="2714206" cy="120032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dirty="0">
                  <a:latin typeface="Times New Roman"/>
                  <a:cs typeface="Times New Roman"/>
                </a:rPr>
                <a:t>Oil contamination limits oxygen availability in plants</a:t>
              </a:r>
              <a:endParaRPr lang="en-US" sz="2400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889B0006-7225-6E83-6ECA-F1A3407D68F2}"/>
              </a:ext>
            </a:extLst>
          </p:cNvPr>
          <p:cNvSpPr/>
          <p:nvPr/>
        </p:nvSpPr>
        <p:spPr>
          <a:xfrm>
            <a:off x="8415856" y="3674303"/>
            <a:ext cx="3076832" cy="3917092"/>
          </a:xfrm>
          <a:custGeom>
            <a:avLst/>
            <a:gdLst>
              <a:gd name="connsiteX0" fmla="*/ 0 w 3076832"/>
              <a:gd name="connsiteY0" fmla="*/ 0 h 3917092"/>
              <a:gd name="connsiteX1" fmla="*/ 988540 w 3076832"/>
              <a:gd name="connsiteY1" fmla="*/ 0 h 3917092"/>
              <a:gd name="connsiteX2" fmla="*/ 1538416 w 3076832"/>
              <a:gd name="connsiteY2" fmla="*/ 549876 h 3917092"/>
              <a:gd name="connsiteX3" fmla="*/ 2088292 w 3076832"/>
              <a:gd name="connsiteY3" fmla="*/ 0 h 3917092"/>
              <a:gd name="connsiteX4" fmla="*/ 3076832 w 3076832"/>
              <a:gd name="connsiteY4" fmla="*/ 0 h 3917092"/>
              <a:gd name="connsiteX5" fmla="*/ 3076832 w 3076832"/>
              <a:gd name="connsiteY5" fmla="*/ 3917092 h 3917092"/>
              <a:gd name="connsiteX6" fmla="*/ 0 w 3076832"/>
              <a:gd name="connsiteY6" fmla="*/ 3917092 h 391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6832" h="3917092">
                <a:moveTo>
                  <a:pt x="0" y="0"/>
                </a:moveTo>
                <a:lnTo>
                  <a:pt x="988540" y="0"/>
                </a:lnTo>
                <a:cubicBezTo>
                  <a:pt x="988540" y="303688"/>
                  <a:pt x="1234728" y="549876"/>
                  <a:pt x="1538416" y="549876"/>
                </a:cubicBezTo>
                <a:cubicBezTo>
                  <a:pt x="1842104" y="549876"/>
                  <a:pt x="2088292" y="303688"/>
                  <a:pt x="2088292" y="0"/>
                </a:cubicBezTo>
                <a:lnTo>
                  <a:pt x="3076832" y="0"/>
                </a:lnTo>
                <a:lnTo>
                  <a:pt x="3076832" y="3917092"/>
                </a:lnTo>
                <a:lnTo>
                  <a:pt x="0" y="391709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6DF644-84B5-C018-AAF1-271AB1CACA2B}"/>
              </a:ext>
            </a:extLst>
          </p:cNvPr>
          <p:cNvSpPr txBox="1"/>
          <p:nvPr/>
        </p:nvSpPr>
        <p:spPr>
          <a:xfrm>
            <a:off x="8978088" y="4909574"/>
            <a:ext cx="1952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Impact" panose="020B080603090205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11302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BE9EF2-580C-4807-8443-1A01E5D1F727}"/>
              </a:ext>
            </a:extLst>
          </p:cNvPr>
          <p:cNvSpPr txBox="1"/>
          <p:nvPr/>
        </p:nvSpPr>
        <p:spPr>
          <a:xfrm>
            <a:off x="330000" y="292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Impact"/>
              </a:rPr>
              <a:t>Discussion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3B125-7BF4-B093-E42C-4A904B9E3845}"/>
              </a:ext>
            </a:extLst>
          </p:cNvPr>
          <p:cNvSpPr txBox="1"/>
          <p:nvPr/>
        </p:nvSpPr>
        <p:spPr>
          <a:xfrm>
            <a:off x="1207897" y="76796"/>
            <a:ext cx="977620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>
                <a:solidFill>
                  <a:schemeClr val="bg1"/>
                </a:solidFill>
                <a:latin typeface="Sitka Display"/>
              </a:rPr>
              <a:t>Why?</a:t>
            </a:r>
            <a:endParaRPr lang="en-US" sz="540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2435A7C-18ED-6C84-A4CF-122F5BD7C308}"/>
              </a:ext>
            </a:extLst>
          </p:cNvPr>
          <p:cNvGrpSpPr/>
          <p:nvPr/>
        </p:nvGrpSpPr>
        <p:grpSpPr>
          <a:xfrm>
            <a:off x="994969" y="1000126"/>
            <a:ext cx="2714206" cy="3868455"/>
            <a:chOff x="1546736" y="-1397875"/>
            <a:chExt cx="2714206" cy="3868455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A4B744A-C49A-B590-C38C-1CC37DAF0007}"/>
                </a:ext>
              </a:extLst>
            </p:cNvPr>
            <p:cNvSpPr/>
            <p:nvPr/>
          </p:nvSpPr>
          <p:spPr>
            <a:xfrm>
              <a:off x="1546736" y="-1397875"/>
              <a:ext cx="2714206" cy="386845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F9A0003-1161-F700-07DE-4A631867C6B1}"/>
                </a:ext>
              </a:extLst>
            </p:cNvPr>
            <p:cNvSpPr txBox="1"/>
            <p:nvPr/>
          </p:nvSpPr>
          <p:spPr>
            <a:xfrm>
              <a:off x="1546736" y="-1043085"/>
              <a:ext cx="2714206" cy="120032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dirty="0">
                  <a:latin typeface="Times New Roman"/>
                  <a:cs typeface="Times New Roman"/>
                </a:rPr>
                <a:t>Hydrocarbons in oil</a:t>
              </a:r>
              <a:endParaRPr lang="en-US" sz="2400" dirty="0">
                <a:latin typeface="Aptos" panose="02110004020202020204"/>
                <a:cs typeface="Times New Roman"/>
              </a:endParaRPr>
            </a:p>
            <a:p>
              <a:r>
                <a:rPr lang="en-US" sz="2400" dirty="0">
                  <a:latin typeface="Times New Roman"/>
                  <a:cs typeface="Times New Roman"/>
                </a:rPr>
                <a:t>decrease soil’s microbial diversity</a:t>
              </a:r>
              <a:endParaRPr lang="en-US" sz="2400" dirty="0"/>
            </a:p>
          </p:txBody>
        </p:sp>
      </p:grpSp>
      <p:sp>
        <p:nvSpPr>
          <p:cNvPr id="8" name="Freeform 7">
            <a:extLst>
              <a:ext uri="{FF2B5EF4-FFF2-40B4-BE49-F238E27FC236}">
                <a16:creationId xmlns:a16="http://schemas.microsoft.com/office/drawing/2014/main" id="{28ED435C-796A-0FDA-3309-F3E7A9F18F61}"/>
              </a:ext>
            </a:extLst>
          </p:cNvPr>
          <p:cNvSpPr/>
          <p:nvPr/>
        </p:nvSpPr>
        <p:spPr>
          <a:xfrm>
            <a:off x="778234" y="3674303"/>
            <a:ext cx="3076832" cy="3917092"/>
          </a:xfrm>
          <a:custGeom>
            <a:avLst/>
            <a:gdLst>
              <a:gd name="connsiteX0" fmla="*/ 0 w 3076832"/>
              <a:gd name="connsiteY0" fmla="*/ 0 h 3917092"/>
              <a:gd name="connsiteX1" fmla="*/ 988540 w 3076832"/>
              <a:gd name="connsiteY1" fmla="*/ 0 h 3917092"/>
              <a:gd name="connsiteX2" fmla="*/ 1538416 w 3076832"/>
              <a:gd name="connsiteY2" fmla="*/ 549876 h 3917092"/>
              <a:gd name="connsiteX3" fmla="*/ 2088292 w 3076832"/>
              <a:gd name="connsiteY3" fmla="*/ 0 h 3917092"/>
              <a:gd name="connsiteX4" fmla="*/ 3076832 w 3076832"/>
              <a:gd name="connsiteY4" fmla="*/ 0 h 3917092"/>
              <a:gd name="connsiteX5" fmla="*/ 3076832 w 3076832"/>
              <a:gd name="connsiteY5" fmla="*/ 3917092 h 3917092"/>
              <a:gd name="connsiteX6" fmla="*/ 0 w 3076832"/>
              <a:gd name="connsiteY6" fmla="*/ 3917092 h 391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6832" h="3917092">
                <a:moveTo>
                  <a:pt x="0" y="0"/>
                </a:moveTo>
                <a:lnTo>
                  <a:pt x="988540" y="0"/>
                </a:lnTo>
                <a:cubicBezTo>
                  <a:pt x="988540" y="303688"/>
                  <a:pt x="1234728" y="549876"/>
                  <a:pt x="1538416" y="549876"/>
                </a:cubicBezTo>
                <a:cubicBezTo>
                  <a:pt x="1842104" y="549876"/>
                  <a:pt x="2088292" y="303688"/>
                  <a:pt x="2088292" y="0"/>
                </a:cubicBezTo>
                <a:lnTo>
                  <a:pt x="3076832" y="0"/>
                </a:lnTo>
                <a:lnTo>
                  <a:pt x="3076832" y="3917092"/>
                </a:lnTo>
                <a:lnTo>
                  <a:pt x="0" y="3917092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86144-8606-7385-5A7D-4460A5A1EEF9}"/>
              </a:ext>
            </a:extLst>
          </p:cNvPr>
          <p:cNvSpPr txBox="1"/>
          <p:nvPr/>
        </p:nvSpPr>
        <p:spPr>
          <a:xfrm>
            <a:off x="1296721" y="4909574"/>
            <a:ext cx="1952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Impact" panose="020B0806030902050204" pitchFamily="34" charset="0"/>
              </a:rPr>
              <a:t>01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649F409-8543-F888-3500-36FBC032A715}"/>
              </a:ext>
            </a:extLst>
          </p:cNvPr>
          <p:cNvGrpSpPr/>
          <p:nvPr/>
        </p:nvGrpSpPr>
        <p:grpSpPr>
          <a:xfrm>
            <a:off x="4958105" y="1000125"/>
            <a:ext cx="2714206" cy="3868455"/>
            <a:chOff x="1503486" y="1030999"/>
            <a:chExt cx="2714206" cy="3868455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3DD28A8-9F84-69F1-49A7-27621622730C}"/>
                </a:ext>
              </a:extLst>
            </p:cNvPr>
            <p:cNvSpPr/>
            <p:nvPr/>
          </p:nvSpPr>
          <p:spPr>
            <a:xfrm>
              <a:off x="1503486" y="1030999"/>
              <a:ext cx="2714206" cy="386845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94D8DFA-9FBC-4A34-8D69-FE509C2A56DB}"/>
                </a:ext>
              </a:extLst>
            </p:cNvPr>
            <p:cNvSpPr txBox="1"/>
            <p:nvPr/>
          </p:nvSpPr>
          <p:spPr>
            <a:xfrm>
              <a:off x="1503486" y="1385789"/>
              <a:ext cx="2714206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 dirty="0">
                  <a:latin typeface="Times New Roman"/>
                  <a:cs typeface="Times New Roman"/>
                </a:rPr>
                <a:t>Motor oil is hydrophobic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C28FDF44-7985-E530-EDEE-98E26C33A573}"/>
              </a:ext>
            </a:extLst>
          </p:cNvPr>
          <p:cNvSpPr/>
          <p:nvPr/>
        </p:nvSpPr>
        <p:spPr>
          <a:xfrm>
            <a:off x="4776792" y="3674303"/>
            <a:ext cx="3076832" cy="3917092"/>
          </a:xfrm>
          <a:custGeom>
            <a:avLst/>
            <a:gdLst>
              <a:gd name="connsiteX0" fmla="*/ 0 w 3076832"/>
              <a:gd name="connsiteY0" fmla="*/ 0 h 3917092"/>
              <a:gd name="connsiteX1" fmla="*/ 988540 w 3076832"/>
              <a:gd name="connsiteY1" fmla="*/ 0 h 3917092"/>
              <a:gd name="connsiteX2" fmla="*/ 1538416 w 3076832"/>
              <a:gd name="connsiteY2" fmla="*/ 549876 h 3917092"/>
              <a:gd name="connsiteX3" fmla="*/ 2088292 w 3076832"/>
              <a:gd name="connsiteY3" fmla="*/ 0 h 3917092"/>
              <a:gd name="connsiteX4" fmla="*/ 3076832 w 3076832"/>
              <a:gd name="connsiteY4" fmla="*/ 0 h 3917092"/>
              <a:gd name="connsiteX5" fmla="*/ 3076832 w 3076832"/>
              <a:gd name="connsiteY5" fmla="*/ 3917092 h 3917092"/>
              <a:gd name="connsiteX6" fmla="*/ 0 w 3076832"/>
              <a:gd name="connsiteY6" fmla="*/ 3917092 h 391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6832" h="3917092">
                <a:moveTo>
                  <a:pt x="0" y="0"/>
                </a:moveTo>
                <a:lnTo>
                  <a:pt x="988540" y="0"/>
                </a:lnTo>
                <a:cubicBezTo>
                  <a:pt x="988540" y="303688"/>
                  <a:pt x="1234728" y="549876"/>
                  <a:pt x="1538416" y="549876"/>
                </a:cubicBezTo>
                <a:cubicBezTo>
                  <a:pt x="1842104" y="549876"/>
                  <a:pt x="2088292" y="303688"/>
                  <a:pt x="2088292" y="0"/>
                </a:cubicBezTo>
                <a:lnTo>
                  <a:pt x="3076832" y="0"/>
                </a:lnTo>
                <a:lnTo>
                  <a:pt x="3076832" y="3917092"/>
                </a:lnTo>
                <a:lnTo>
                  <a:pt x="0" y="391709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7D29B5-9E38-BFD8-90C9-509F1640A71A}"/>
              </a:ext>
            </a:extLst>
          </p:cNvPr>
          <p:cNvSpPr txBox="1"/>
          <p:nvPr/>
        </p:nvSpPr>
        <p:spPr>
          <a:xfrm>
            <a:off x="5339024" y="4909574"/>
            <a:ext cx="1952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Impact" panose="020B0806030902050204" pitchFamily="34" charset="0"/>
              </a:rPr>
              <a:t>02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6EA0356-5EC6-19E1-67CF-63AB6F6F127D}"/>
              </a:ext>
            </a:extLst>
          </p:cNvPr>
          <p:cNvGrpSpPr/>
          <p:nvPr/>
        </p:nvGrpSpPr>
        <p:grpSpPr>
          <a:xfrm>
            <a:off x="8581680" y="3428999"/>
            <a:ext cx="2714206" cy="3868455"/>
            <a:chOff x="1503486" y="1030999"/>
            <a:chExt cx="2714206" cy="3868455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A181DA1-E28A-7438-5F3F-EFBDD65652A9}"/>
                </a:ext>
              </a:extLst>
            </p:cNvPr>
            <p:cNvSpPr/>
            <p:nvPr/>
          </p:nvSpPr>
          <p:spPr>
            <a:xfrm>
              <a:off x="1503486" y="1030999"/>
              <a:ext cx="2714206" cy="386845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839EFB-6CA4-F01A-DE86-CA8EFD25529A}"/>
                </a:ext>
              </a:extLst>
            </p:cNvPr>
            <p:cNvSpPr txBox="1"/>
            <p:nvPr/>
          </p:nvSpPr>
          <p:spPr>
            <a:xfrm>
              <a:off x="1503486" y="1385789"/>
              <a:ext cx="2714206" cy="120032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dirty="0">
                  <a:latin typeface="Times New Roman"/>
                  <a:cs typeface="Times New Roman"/>
                </a:rPr>
                <a:t>Oil contamination limits oxygen availability in plants</a:t>
              </a:r>
              <a:endParaRPr lang="en-US" sz="2400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889B0006-7225-6E83-6ECA-F1A3407D68F2}"/>
              </a:ext>
            </a:extLst>
          </p:cNvPr>
          <p:cNvSpPr/>
          <p:nvPr/>
        </p:nvSpPr>
        <p:spPr>
          <a:xfrm>
            <a:off x="8415856" y="3674303"/>
            <a:ext cx="3076832" cy="3917092"/>
          </a:xfrm>
          <a:custGeom>
            <a:avLst/>
            <a:gdLst>
              <a:gd name="connsiteX0" fmla="*/ 0 w 3076832"/>
              <a:gd name="connsiteY0" fmla="*/ 0 h 3917092"/>
              <a:gd name="connsiteX1" fmla="*/ 988540 w 3076832"/>
              <a:gd name="connsiteY1" fmla="*/ 0 h 3917092"/>
              <a:gd name="connsiteX2" fmla="*/ 1538416 w 3076832"/>
              <a:gd name="connsiteY2" fmla="*/ 549876 h 3917092"/>
              <a:gd name="connsiteX3" fmla="*/ 2088292 w 3076832"/>
              <a:gd name="connsiteY3" fmla="*/ 0 h 3917092"/>
              <a:gd name="connsiteX4" fmla="*/ 3076832 w 3076832"/>
              <a:gd name="connsiteY4" fmla="*/ 0 h 3917092"/>
              <a:gd name="connsiteX5" fmla="*/ 3076832 w 3076832"/>
              <a:gd name="connsiteY5" fmla="*/ 3917092 h 3917092"/>
              <a:gd name="connsiteX6" fmla="*/ 0 w 3076832"/>
              <a:gd name="connsiteY6" fmla="*/ 3917092 h 391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6832" h="3917092">
                <a:moveTo>
                  <a:pt x="0" y="0"/>
                </a:moveTo>
                <a:lnTo>
                  <a:pt x="988540" y="0"/>
                </a:lnTo>
                <a:cubicBezTo>
                  <a:pt x="988540" y="303688"/>
                  <a:pt x="1234728" y="549876"/>
                  <a:pt x="1538416" y="549876"/>
                </a:cubicBezTo>
                <a:cubicBezTo>
                  <a:pt x="1842104" y="549876"/>
                  <a:pt x="2088292" y="303688"/>
                  <a:pt x="2088292" y="0"/>
                </a:cubicBezTo>
                <a:lnTo>
                  <a:pt x="3076832" y="0"/>
                </a:lnTo>
                <a:lnTo>
                  <a:pt x="3076832" y="3917092"/>
                </a:lnTo>
                <a:lnTo>
                  <a:pt x="0" y="391709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6DF644-84B5-C018-AAF1-271AB1CACA2B}"/>
              </a:ext>
            </a:extLst>
          </p:cNvPr>
          <p:cNvSpPr txBox="1"/>
          <p:nvPr/>
        </p:nvSpPr>
        <p:spPr>
          <a:xfrm>
            <a:off x="8978088" y="4909574"/>
            <a:ext cx="1952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Impact" panose="020B080603090205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61362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BE9EF2-580C-4807-8443-1A01E5D1F727}"/>
              </a:ext>
            </a:extLst>
          </p:cNvPr>
          <p:cNvSpPr txBox="1"/>
          <p:nvPr/>
        </p:nvSpPr>
        <p:spPr>
          <a:xfrm>
            <a:off x="330000" y="292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Impact"/>
              </a:rPr>
              <a:t>Discussion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3B125-7BF4-B093-E42C-4A904B9E3845}"/>
              </a:ext>
            </a:extLst>
          </p:cNvPr>
          <p:cNvSpPr txBox="1"/>
          <p:nvPr/>
        </p:nvSpPr>
        <p:spPr>
          <a:xfrm>
            <a:off x="1207897" y="76796"/>
            <a:ext cx="977620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>
                <a:solidFill>
                  <a:schemeClr val="bg1"/>
                </a:solidFill>
                <a:latin typeface="Sitka Display"/>
              </a:rPr>
              <a:t>Why?</a:t>
            </a:r>
            <a:endParaRPr lang="en-US" sz="540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2435A7C-18ED-6C84-A4CF-122F5BD7C308}"/>
              </a:ext>
            </a:extLst>
          </p:cNvPr>
          <p:cNvGrpSpPr/>
          <p:nvPr/>
        </p:nvGrpSpPr>
        <p:grpSpPr>
          <a:xfrm>
            <a:off x="994969" y="1000126"/>
            <a:ext cx="2714206" cy="3868455"/>
            <a:chOff x="1546736" y="-1397875"/>
            <a:chExt cx="2714206" cy="3868455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A4B744A-C49A-B590-C38C-1CC37DAF0007}"/>
                </a:ext>
              </a:extLst>
            </p:cNvPr>
            <p:cNvSpPr/>
            <p:nvPr/>
          </p:nvSpPr>
          <p:spPr>
            <a:xfrm>
              <a:off x="1546736" y="-1397875"/>
              <a:ext cx="2714206" cy="386845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F9A0003-1161-F700-07DE-4A631867C6B1}"/>
                </a:ext>
              </a:extLst>
            </p:cNvPr>
            <p:cNvSpPr txBox="1"/>
            <p:nvPr/>
          </p:nvSpPr>
          <p:spPr>
            <a:xfrm>
              <a:off x="1546736" y="-1043085"/>
              <a:ext cx="2714206" cy="120032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dirty="0">
                  <a:latin typeface="Times New Roman"/>
                  <a:cs typeface="Times New Roman"/>
                </a:rPr>
                <a:t>Hydrocarbons in oil</a:t>
              </a:r>
              <a:endParaRPr lang="en-US" sz="2400" dirty="0">
                <a:latin typeface="Aptos" panose="02110004020202020204"/>
                <a:cs typeface="Times New Roman"/>
              </a:endParaRPr>
            </a:p>
            <a:p>
              <a:r>
                <a:rPr lang="en-US" sz="2400" dirty="0">
                  <a:latin typeface="Times New Roman"/>
                  <a:cs typeface="Times New Roman"/>
                </a:rPr>
                <a:t>decrease soil’s microbial diversity</a:t>
              </a:r>
              <a:endParaRPr lang="en-US" sz="2400" dirty="0"/>
            </a:p>
          </p:txBody>
        </p:sp>
      </p:grpSp>
      <p:sp>
        <p:nvSpPr>
          <p:cNvPr id="8" name="Freeform 7">
            <a:extLst>
              <a:ext uri="{FF2B5EF4-FFF2-40B4-BE49-F238E27FC236}">
                <a16:creationId xmlns:a16="http://schemas.microsoft.com/office/drawing/2014/main" id="{28ED435C-796A-0FDA-3309-F3E7A9F18F61}"/>
              </a:ext>
            </a:extLst>
          </p:cNvPr>
          <p:cNvSpPr/>
          <p:nvPr/>
        </p:nvSpPr>
        <p:spPr>
          <a:xfrm>
            <a:off x="778234" y="3674303"/>
            <a:ext cx="3076832" cy="3917092"/>
          </a:xfrm>
          <a:custGeom>
            <a:avLst/>
            <a:gdLst>
              <a:gd name="connsiteX0" fmla="*/ 0 w 3076832"/>
              <a:gd name="connsiteY0" fmla="*/ 0 h 3917092"/>
              <a:gd name="connsiteX1" fmla="*/ 988540 w 3076832"/>
              <a:gd name="connsiteY1" fmla="*/ 0 h 3917092"/>
              <a:gd name="connsiteX2" fmla="*/ 1538416 w 3076832"/>
              <a:gd name="connsiteY2" fmla="*/ 549876 h 3917092"/>
              <a:gd name="connsiteX3" fmla="*/ 2088292 w 3076832"/>
              <a:gd name="connsiteY3" fmla="*/ 0 h 3917092"/>
              <a:gd name="connsiteX4" fmla="*/ 3076832 w 3076832"/>
              <a:gd name="connsiteY4" fmla="*/ 0 h 3917092"/>
              <a:gd name="connsiteX5" fmla="*/ 3076832 w 3076832"/>
              <a:gd name="connsiteY5" fmla="*/ 3917092 h 3917092"/>
              <a:gd name="connsiteX6" fmla="*/ 0 w 3076832"/>
              <a:gd name="connsiteY6" fmla="*/ 3917092 h 391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6832" h="3917092">
                <a:moveTo>
                  <a:pt x="0" y="0"/>
                </a:moveTo>
                <a:lnTo>
                  <a:pt x="988540" y="0"/>
                </a:lnTo>
                <a:cubicBezTo>
                  <a:pt x="988540" y="303688"/>
                  <a:pt x="1234728" y="549876"/>
                  <a:pt x="1538416" y="549876"/>
                </a:cubicBezTo>
                <a:cubicBezTo>
                  <a:pt x="1842104" y="549876"/>
                  <a:pt x="2088292" y="303688"/>
                  <a:pt x="2088292" y="0"/>
                </a:cubicBezTo>
                <a:lnTo>
                  <a:pt x="3076832" y="0"/>
                </a:lnTo>
                <a:lnTo>
                  <a:pt x="3076832" y="3917092"/>
                </a:lnTo>
                <a:lnTo>
                  <a:pt x="0" y="3917092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86144-8606-7385-5A7D-4460A5A1EEF9}"/>
              </a:ext>
            </a:extLst>
          </p:cNvPr>
          <p:cNvSpPr txBox="1"/>
          <p:nvPr/>
        </p:nvSpPr>
        <p:spPr>
          <a:xfrm>
            <a:off x="1296721" y="4909574"/>
            <a:ext cx="1952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Impact" panose="020B0806030902050204" pitchFamily="34" charset="0"/>
              </a:rPr>
              <a:t>01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F0AD08-0A39-9C12-0C50-6C9B6BE74B3B}"/>
              </a:ext>
            </a:extLst>
          </p:cNvPr>
          <p:cNvGrpSpPr/>
          <p:nvPr/>
        </p:nvGrpSpPr>
        <p:grpSpPr>
          <a:xfrm>
            <a:off x="4958105" y="995778"/>
            <a:ext cx="2714206" cy="3868455"/>
            <a:chOff x="1503486" y="1030999"/>
            <a:chExt cx="2714206" cy="3868455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45EEEA3-64DE-CA71-CF67-DE0865EFCC59}"/>
                </a:ext>
              </a:extLst>
            </p:cNvPr>
            <p:cNvSpPr/>
            <p:nvPr/>
          </p:nvSpPr>
          <p:spPr>
            <a:xfrm>
              <a:off x="1503486" y="1030999"/>
              <a:ext cx="2714206" cy="386845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B32EBC-C52F-BF63-2F05-79FD7A47E28E}"/>
                </a:ext>
              </a:extLst>
            </p:cNvPr>
            <p:cNvSpPr txBox="1"/>
            <p:nvPr/>
          </p:nvSpPr>
          <p:spPr>
            <a:xfrm>
              <a:off x="1503486" y="1385789"/>
              <a:ext cx="2714206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400" dirty="0">
                  <a:latin typeface="Times New Roman"/>
                  <a:cs typeface="Times New Roman"/>
                </a:rPr>
                <a:t>Motor oil is hydrophobic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C28FDF44-7985-E530-EDEE-98E26C33A573}"/>
              </a:ext>
            </a:extLst>
          </p:cNvPr>
          <p:cNvSpPr/>
          <p:nvPr/>
        </p:nvSpPr>
        <p:spPr>
          <a:xfrm>
            <a:off x="4776792" y="3674303"/>
            <a:ext cx="3076832" cy="3917092"/>
          </a:xfrm>
          <a:custGeom>
            <a:avLst/>
            <a:gdLst>
              <a:gd name="connsiteX0" fmla="*/ 0 w 3076832"/>
              <a:gd name="connsiteY0" fmla="*/ 0 h 3917092"/>
              <a:gd name="connsiteX1" fmla="*/ 988540 w 3076832"/>
              <a:gd name="connsiteY1" fmla="*/ 0 h 3917092"/>
              <a:gd name="connsiteX2" fmla="*/ 1538416 w 3076832"/>
              <a:gd name="connsiteY2" fmla="*/ 549876 h 3917092"/>
              <a:gd name="connsiteX3" fmla="*/ 2088292 w 3076832"/>
              <a:gd name="connsiteY3" fmla="*/ 0 h 3917092"/>
              <a:gd name="connsiteX4" fmla="*/ 3076832 w 3076832"/>
              <a:gd name="connsiteY4" fmla="*/ 0 h 3917092"/>
              <a:gd name="connsiteX5" fmla="*/ 3076832 w 3076832"/>
              <a:gd name="connsiteY5" fmla="*/ 3917092 h 3917092"/>
              <a:gd name="connsiteX6" fmla="*/ 0 w 3076832"/>
              <a:gd name="connsiteY6" fmla="*/ 3917092 h 391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6832" h="3917092">
                <a:moveTo>
                  <a:pt x="0" y="0"/>
                </a:moveTo>
                <a:lnTo>
                  <a:pt x="988540" y="0"/>
                </a:lnTo>
                <a:cubicBezTo>
                  <a:pt x="988540" y="303688"/>
                  <a:pt x="1234728" y="549876"/>
                  <a:pt x="1538416" y="549876"/>
                </a:cubicBezTo>
                <a:cubicBezTo>
                  <a:pt x="1842104" y="549876"/>
                  <a:pt x="2088292" y="303688"/>
                  <a:pt x="2088292" y="0"/>
                </a:cubicBezTo>
                <a:lnTo>
                  <a:pt x="3076832" y="0"/>
                </a:lnTo>
                <a:lnTo>
                  <a:pt x="3076832" y="3917092"/>
                </a:lnTo>
                <a:lnTo>
                  <a:pt x="0" y="391709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7D29B5-9E38-BFD8-90C9-509F1640A71A}"/>
              </a:ext>
            </a:extLst>
          </p:cNvPr>
          <p:cNvSpPr txBox="1"/>
          <p:nvPr/>
        </p:nvSpPr>
        <p:spPr>
          <a:xfrm>
            <a:off x="5339024" y="4909574"/>
            <a:ext cx="1952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Impact" panose="020B0806030902050204" pitchFamily="34" charset="0"/>
              </a:rPr>
              <a:t>02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6EA0356-5EC6-19E1-67CF-63AB6F6F127D}"/>
              </a:ext>
            </a:extLst>
          </p:cNvPr>
          <p:cNvGrpSpPr/>
          <p:nvPr/>
        </p:nvGrpSpPr>
        <p:grpSpPr>
          <a:xfrm>
            <a:off x="8597169" y="995779"/>
            <a:ext cx="2714206" cy="3868455"/>
            <a:chOff x="1503486" y="1030999"/>
            <a:chExt cx="2714206" cy="3868455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A181DA1-E28A-7438-5F3F-EFBDD65652A9}"/>
                </a:ext>
              </a:extLst>
            </p:cNvPr>
            <p:cNvSpPr/>
            <p:nvPr/>
          </p:nvSpPr>
          <p:spPr>
            <a:xfrm>
              <a:off x="1503486" y="1030999"/>
              <a:ext cx="2714206" cy="386845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839EFB-6CA4-F01A-DE86-CA8EFD25529A}"/>
                </a:ext>
              </a:extLst>
            </p:cNvPr>
            <p:cNvSpPr txBox="1"/>
            <p:nvPr/>
          </p:nvSpPr>
          <p:spPr>
            <a:xfrm>
              <a:off x="1503486" y="1385789"/>
              <a:ext cx="2714206" cy="120032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dirty="0">
                  <a:latin typeface="Times New Roman"/>
                  <a:cs typeface="Times New Roman"/>
                </a:rPr>
                <a:t>Oil contamination limits oxygen availability in plants</a:t>
              </a:r>
              <a:endParaRPr lang="en-US" sz="2400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889B0006-7225-6E83-6ECA-F1A3407D68F2}"/>
              </a:ext>
            </a:extLst>
          </p:cNvPr>
          <p:cNvSpPr/>
          <p:nvPr/>
        </p:nvSpPr>
        <p:spPr>
          <a:xfrm>
            <a:off x="8415856" y="3674303"/>
            <a:ext cx="3076832" cy="3917092"/>
          </a:xfrm>
          <a:custGeom>
            <a:avLst/>
            <a:gdLst>
              <a:gd name="connsiteX0" fmla="*/ 0 w 3076832"/>
              <a:gd name="connsiteY0" fmla="*/ 0 h 3917092"/>
              <a:gd name="connsiteX1" fmla="*/ 988540 w 3076832"/>
              <a:gd name="connsiteY1" fmla="*/ 0 h 3917092"/>
              <a:gd name="connsiteX2" fmla="*/ 1538416 w 3076832"/>
              <a:gd name="connsiteY2" fmla="*/ 549876 h 3917092"/>
              <a:gd name="connsiteX3" fmla="*/ 2088292 w 3076832"/>
              <a:gd name="connsiteY3" fmla="*/ 0 h 3917092"/>
              <a:gd name="connsiteX4" fmla="*/ 3076832 w 3076832"/>
              <a:gd name="connsiteY4" fmla="*/ 0 h 3917092"/>
              <a:gd name="connsiteX5" fmla="*/ 3076832 w 3076832"/>
              <a:gd name="connsiteY5" fmla="*/ 3917092 h 3917092"/>
              <a:gd name="connsiteX6" fmla="*/ 0 w 3076832"/>
              <a:gd name="connsiteY6" fmla="*/ 3917092 h 3917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76832" h="3917092">
                <a:moveTo>
                  <a:pt x="0" y="0"/>
                </a:moveTo>
                <a:lnTo>
                  <a:pt x="988540" y="0"/>
                </a:lnTo>
                <a:cubicBezTo>
                  <a:pt x="988540" y="303688"/>
                  <a:pt x="1234728" y="549876"/>
                  <a:pt x="1538416" y="549876"/>
                </a:cubicBezTo>
                <a:cubicBezTo>
                  <a:pt x="1842104" y="549876"/>
                  <a:pt x="2088292" y="303688"/>
                  <a:pt x="2088292" y="0"/>
                </a:cubicBezTo>
                <a:lnTo>
                  <a:pt x="3076832" y="0"/>
                </a:lnTo>
                <a:lnTo>
                  <a:pt x="3076832" y="3917092"/>
                </a:lnTo>
                <a:lnTo>
                  <a:pt x="0" y="391709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6DF644-84B5-C018-AAF1-271AB1CACA2B}"/>
              </a:ext>
            </a:extLst>
          </p:cNvPr>
          <p:cNvSpPr txBox="1"/>
          <p:nvPr/>
        </p:nvSpPr>
        <p:spPr>
          <a:xfrm>
            <a:off x="8978088" y="4909574"/>
            <a:ext cx="1952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Impact" panose="020B080603090205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71570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F8EF03B-65A9-68BB-1678-3D4BC865FD42}"/>
              </a:ext>
            </a:extLst>
          </p:cNvPr>
          <p:cNvSpPr/>
          <p:nvPr/>
        </p:nvSpPr>
        <p:spPr>
          <a:xfrm>
            <a:off x="3332205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Soil can’t absorb H</a:t>
            </a:r>
            <a:r>
              <a:rPr lang="en-US" baseline="-25000" dirty="0">
                <a:solidFill>
                  <a:schemeClr val="tx1"/>
                </a:solidFill>
                <a:latin typeface="Sitka Display" pitchFamily="2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O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2350969-8281-66C6-0730-B71BB158D9F2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401326" y="3416300"/>
            <a:ext cx="930879" cy="127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FA77E37-E323-888E-4232-6A5347E6AE7C}"/>
              </a:ext>
            </a:extLst>
          </p:cNvPr>
          <p:cNvCxnSpPr>
            <a:cxnSpLocks/>
          </p:cNvCxnSpPr>
          <p:nvPr/>
        </p:nvCxnSpPr>
        <p:spPr>
          <a:xfrm>
            <a:off x="2508421" y="3429000"/>
            <a:ext cx="823784" cy="127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42E19C-F552-D64C-E56A-BDE2F20F4A30}"/>
              </a:ext>
            </a:extLst>
          </p:cNvPr>
          <p:cNvSpPr/>
          <p:nvPr/>
        </p:nvSpPr>
        <p:spPr>
          <a:xfrm>
            <a:off x="3332205" y="5103339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Aerobic respiration impaired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DCE399-46F7-8B3D-600D-68BC1F089B8E}"/>
              </a:ext>
            </a:extLst>
          </p:cNvPr>
          <p:cNvSpPr/>
          <p:nvPr/>
        </p:nvSpPr>
        <p:spPr>
          <a:xfrm>
            <a:off x="210065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Large presence of oil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999F62-15B1-F44E-9046-64F146E533FD}"/>
              </a:ext>
            </a:extLst>
          </p:cNvPr>
          <p:cNvSpPr/>
          <p:nvPr/>
        </p:nvSpPr>
        <p:spPr>
          <a:xfrm>
            <a:off x="3332205" y="26872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No electrons in ETC for photosynthesis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588676-C35F-5A97-B0A6-96DEA730A9D3}"/>
              </a:ext>
            </a:extLst>
          </p:cNvPr>
          <p:cNvSpPr/>
          <p:nvPr/>
        </p:nvSpPr>
        <p:spPr>
          <a:xfrm>
            <a:off x="3332205" y="5103340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O</a:t>
            </a:r>
            <a:r>
              <a:rPr lang="en-US" baseline="-25000" dirty="0">
                <a:solidFill>
                  <a:schemeClr val="tx1"/>
                </a:solidFill>
                <a:latin typeface="Sitka Display" pitchFamily="2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 inaccessible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68D9FC-D10E-2BB7-4904-8EBD47AB2742}"/>
              </a:ext>
            </a:extLst>
          </p:cNvPr>
          <p:cNvSpPr/>
          <p:nvPr/>
        </p:nvSpPr>
        <p:spPr>
          <a:xfrm>
            <a:off x="3332205" y="29656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Needed for nutrient cycling and growth stimulation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612D34A-00B8-41E6-2468-A9F22C8C39B1}"/>
              </a:ext>
            </a:extLst>
          </p:cNvPr>
          <p:cNvSpPr/>
          <p:nvPr/>
        </p:nvSpPr>
        <p:spPr>
          <a:xfrm>
            <a:off x="3332205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Hydrophobic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9D552E8-36FC-6835-4573-FA822D41932F}"/>
              </a:ext>
            </a:extLst>
          </p:cNvPr>
          <p:cNvSpPr/>
          <p:nvPr/>
        </p:nvSpPr>
        <p:spPr>
          <a:xfrm>
            <a:off x="3332205" y="510334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Coats roots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99D07D-73C0-D26E-5E53-4E00373D97E5}"/>
              </a:ext>
            </a:extLst>
          </p:cNvPr>
          <p:cNvSpPr/>
          <p:nvPr/>
        </p:nvSpPr>
        <p:spPr>
          <a:xfrm>
            <a:off x="3332205" y="296562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Inhibits microbe activity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62B3769F-102C-D899-8CA0-CD76E9ED9820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2508421" y="3429000"/>
            <a:ext cx="823784" cy="12700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7590630D-B0F3-A310-B8A4-56E935417711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2508421" y="1025611"/>
            <a:ext cx="823784" cy="2403389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F48B814-B674-3679-16C7-4C10AD8220AC}"/>
              </a:ext>
            </a:extLst>
          </p:cNvPr>
          <p:cNvCxnSpPr>
            <a:stCxn id="4" idx="3"/>
            <a:endCxn id="11" idx="1"/>
          </p:cNvCxnSpPr>
          <p:nvPr/>
        </p:nvCxnSpPr>
        <p:spPr>
          <a:xfrm>
            <a:off x="2508421" y="3429000"/>
            <a:ext cx="823784" cy="2403390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550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4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F8EF03B-65A9-68BB-1678-3D4BC865FD42}"/>
              </a:ext>
            </a:extLst>
          </p:cNvPr>
          <p:cNvSpPr/>
          <p:nvPr/>
        </p:nvSpPr>
        <p:spPr>
          <a:xfrm>
            <a:off x="3332205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Soil can’t absorb H</a:t>
            </a:r>
            <a:r>
              <a:rPr lang="en-US" baseline="-25000" dirty="0">
                <a:solidFill>
                  <a:schemeClr val="tx1"/>
                </a:solidFill>
                <a:latin typeface="Sitka Display" pitchFamily="2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O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2350969-8281-66C6-0730-B71BB158D9F2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401326" y="3416300"/>
            <a:ext cx="930879" cy="127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FA77E37-E323-888E-4232-6A5347E6AE7C}"/>
              </a:ext>
            </a:extLst>
          </p:cNvPr>
          <p:cNvCxnSpPr>
            <a:cxnSpLocks/>
          </p:cNvCxnSpPr>
          <p:nvPr/>
        </p:nvCxnSpPr>
        <p:spPr>
          <a:xfrm>
            <a:off x="2508421" y="3429000"/>
            <a:ext cx="823784" cy="127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42E19C-F552-D64C-E56A-BDE2F20F4A30}"/>
              </a:ext>
            </a:extLst>
          </p:cNvPr>
          <p:cNvSpPr/>
          <p:nvPr/>
        </p:nvSpPr>
        <p:spPr>
          <a:xfrm>
            <a:off x="3332205" y="5103339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Aerobic respiration impaired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DCE399-46F7-8B3D-600D-68BC1F089B8E}"/>
              </a:ext>
            </a:extLst>
          </p:cNvPr>
          <p:cNvSpPr/>
          <p:nvPr/>
        </p:nvSpPr>
        <p:spPr>
          <a:xfrm>
            <a:off x="210065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Large presence of oil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999F62-15B1-F44E-9046-64F146E533FD}"/>
              </a:ext>
            </a:extLst>
          </p:cNvPr>
          <p:cNvSpPr/>
          <p:nvPr/>
        </p:nvSpPr>
        <p:spPr>
          <a:xfrm>
            <a:off x="3332205" y="26872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No electrons in ETC for photosynthesis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588676-C35F-5A97-B0A6-96DEA730A9D3}"/>
              </a:ext>
            </a:extLst>
          </p:cNvPr>
          <p:cNvSpPr/>
          <p:nvPr/>
        </p:nvSpPr>
        <p:spPr>
          <a:xfrm>
            <a:off x="3332205" y="5103340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O</a:t>
            </a:r>
            <a:r>
              <a:rPr lang="en-US" baseline="-25000" dirty="0">
                <a:solidFill>
                  <a:schemeClr val="tx1"/>
                </a:solidFill>
                <a:latin typeface="Sitka Display" pitchFamily="2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 inaccessible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68D9FC-D10E-2BB7-4904-8EBD47AB2742}"/>
              </a:ext>
            </a:extLst>
          </p:cNvPr>
          <p:cNvSpPr/>
          <p:nvPr/>
        </p:nvSpPr>
        <p:spPr>
          <a:xfrm>
            <a:off x="6561440" y="29656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Needed for nutrient cycling and growth stimulation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612D34A-00B8-41E6-2468-A9F22C8C39B1}"/>
              </a:ext>
            </a:extLst>
          </p:cNvPr>
          <p:cNvSpPr/>
          <p:nvPr/>
        </p:nvSpPr>
        <p:spPr>
          <a:xfrm>
            <a:off x="3332205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Hydrophobic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9D552E8-36FC-6835-4573-FA822D41932F}"/>
              </a:ext>
            </a:extLst>
          </p:cNvPr>
          <p:cNvSpPr/>
          <p:nvPr/>
        </p:nvSpPr>
        <p:spPr>
          <a:xfrm>
            <a:off x="3332205" y="510334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Coats roots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99D07D-73C0-D26E-5E53-4E00373D97E5}"/>
              </a:ext>
            </a:extLst>
          </p:cNvPr>
          <p:cNvSpPr/>
          <p:nvPr/>
        </p:nvSpPr>
        <p:spPr>
          <a:xfrm>
            <a:off x="3332205" y="296562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Inhibits microbe activity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62B3769F-102C-D899-8CA0-CD76E9ED9820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2508421" y="3429000"/>
            <a:ext cx="823784" cy="12700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7590630D-B0F3-A310-B8A4-56E935417711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2508421" y="1025611"/>
            <a:ext cx="823784" cy="2403389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F48B814-B674-3679-16C7-4C10AD8220AC}"/>
              </a:ext>
            </a:extLst>
          </p:cNvPr>
          <p:cNvCxnSpPr>
            <a:stCxn id="4" idx="3"/>
            <a:endCxn id="11" idx="1"/>
          </p:cNvCxnSpPr>
          <p:nvPr/>
        </p:nvCxnSpPr>
        <p:spPr>
          <a:xfrm>
            <a:off x="2508421" y="3429000"/>
            <a:ext cx="823784" cy="2403390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57CC8A-735C-8418-E9E3-FF5BD8244A48}"/>
              </a:ext>
            </a:extLst>
          </p:cNvPr>
          <p:cNvCxnSpPr>
            <a:stCxn id="12" idx="3"/>
            <a:endCxn id="9" idx="1"/>
          </p:cNvCxnSpPr>
          <p:nvPr/>
        </p:nvCxnSpPr>
        <p:spPr>
          <a:xfrm flipV="1">
            <a:off x="5630561" y="1025610"/>
            <a:ext cx="930879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169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42E19C-F552-D64C-E56A-BDE2F20F4A30}"/>
              </a:ext>
            </a:extLst>
          </p:cNvPr>
          <p:cNvSpPr/>
          <p:nvPr/>
        </p:nvSpPr>
        <p:spPr>
          <a:xfrm>
            <a:off x="3332205" y="5103339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Aerobic respiration impaired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DCE399-46F7-8B3D-600D-68BC1F089B8E}"/>
              </a:ext>
            </a:extLst>
          </p:cNvPr>
          <p:cNvSpPr/>
          <p:nvPr/>
        </p:nvSpPr>
        <p:spPr>
          <a:xfrm>
            <a:off x="210065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Large presence of oil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999F62-15B1-F44E-9046-64F146E533FD}"/>
              </a:ext>
            </a:extLst>
          </p:cNvPr>
          <p:cNvSpPr/>
          <p:nvPr/>
        </p:nvSpPr>
        <p:spPr>
          <a:xfrm>
            <a:off x="6561440" y="27126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No electrons in ETC for photosynthesis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588676-C35F-5A97-B0A6-96DEA730A9D3}"/>
              </a:ext>
            </a:extLst>
          </p:cNvPr>
          <p:cNvSpPr/>
          <p:nvPr/>
        </p:nvSpPr>
        <p:spPr>
          <a:xfrm>
            <a:off x="3332205" y="5103340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O</a:t>
            </a:r>
            <a:r>
              <a:rPr lang="en-US" baseline="-25000" dirty="0">
                <a:solidFill>
                  <a:schemeClr val="tx1"/>
                </a:solidFill>
                <a:latin typeface="Sitka Display" pitchFamily="2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 inaccessible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F8EF03B-65A9-68BB-1678-3D4BC865FD42}"/>
              </a:ext>
            </a:extLst>
          </p:cNvPr>
          <p:cNvSpPr/>
          <p:nvPr/>
        </p:nvSpPr>
        <p:spPr>
          <a:xfrm>
            <a:off x="6561440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Soil can’t absorb H</a:t>
            </a:r>
            <a:r>
              <a:rPr lang="en-US" baseline="-25000" dirty="0">
                <a:solidFill>
                  <a:schemeClr val="tx1"/>
                </a:solidFill>
                <a:latin typeface="Sitka Display" pitchFamily="2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O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68D9FC-D10E-2BB7-4904-8EBD47AB2742}"/>
              </a:ext>
            </a:extLst>
          </p:cNvPr>
          <p:cNvSpPr/>
          <p:nvPr/>
        </p:nvSpPr>
        <p:spPr>
          <a:xfrm>
            <a:off x="6561440" y="29656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Needed for nutrient cycling and growth stimulation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612D34A-00B8-41E6-2468-A9F22C8C39B1}"/>
              </a:ext>
            </a:extLst>
          </p:cNvPr>
          <p:cNvSpPr/>
          <p:nvPr/>
        </p:nvSpPr>
        <p:spPr>
          <a:xfrm>
            <a:off x="3332205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Hydrophobic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9D552E8-36FC-6835-4573-FA822D41932F}"/>
              </a:ext>
            </a:extLst>
          </p:cNvPr>
          <p:cNvSpPr/>
          <p:nvPr/>
        </p:nvSpPr>
        <p:spPr>
          <a:xfrm>
            <a:off x="3332205" y="510334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Coats roots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99D07D-73C0-D26E-5E53-4E00373D97E5}"/>
              </a:ext>
            </a:extLst>
          </p:cNvPr>
          <p:cNvSpPr/>
          <p:nvPr/>
        </p:nvSpPr>
        <p:spPr>
          <a:xfrm>
            <a:off x="3332205" y="296562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Inhibits microbe activity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62B3769F-102C-D899-8CA0-CD76E9ED9820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2508421" y="3429000"/>
            <a:ext cx="823784" cy="12700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7590630D-B0F3-A310-B8A4-56E935417711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2508421" y="1025611"/>
            <a:ext cx="823784" cy="2403389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F48B814-B674-3679-16C7-4C10AD8220AC}"/>
              </a:ext>
            </a:extLst>
          </p:cNvPr>
          <p:cNvCxnSpPr>
            <a:stCxn id="4" idx="3"/>
            <a:endCxn id="11" idx="1"/>
          </p:cNvCxnSpPr>
          <p:nvPr/>
        </p:nvCxnSpPr>
        <p:spPr>
          <a:xfrm>
            <a:off x="2508421" y="3429000"/>
            <a:ext cx="823784" cy="2403390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57CC8A-735C-8418-E9E3-FF5BD8244A48}"/>
              </a:ext>
            </a:extLst>
          </p:cNvPr>
          <p:cNvCxnSpPr>
            <a:stCxn id="12" idx="3"/>
            <a:endCxn id="9" idx="1"/>
          </p:cNvCxnSpPr>
          <p:nvPr/>
        </p:nvCxnSpPr>
        <p:spPr>
          <a:xfrm flipV="1">
            <a:off x="5630561" y="1025610"/>
            <a:ext cx="930879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2350969-8281-66C6-0730-B71BB158D9F2}"/>
              </a:ext>
            </a:extLst>
          </p:cNvPr>
          <p:cNvCxnSpPr>
            <a:stCxn id="10" idx="3"/>
            <a:endCxn id="8" idx="1"/>
          </p:cNvCxnSpPr>
          <p:nvPr/>
        </p:nvCxnSpPr>
        <p:spPr>
          <a:xfrm>
            <a:off x="5630561" y="3429000"/>
            <a:ext cx="93087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FA77E37-E323-888E-4232-6A5347E6AE7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737656" y="3429000"/>
            <a:ext cx="823784" cy="127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191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42E19C-F552-D64C-E56A-BDE2F20F4A30}"/>
              </a:ext>
            </a:extLst>
          </p:cNvPr>
          <p:cNvSpPr/>
          <p:nvPr/>
        </p:nvSpPr>
        <p:spPr>
          <a:xfrm>
            <a:off x="3332205" y="5103339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Aerobic respiration impaired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DCE399-46F7-8B3D-600D-68BC1F089B8E}"/>
              </a:ext>
            </a:extLst>
          </p:cNvPr>
          <p:cNvSpPr/>
          <p:nvPr/>
        </p:nvSpPr>
        <p:spPr>
          <a:xfrm>
            <a:off x="210065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Large presence of oil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999F62-15B1-F44E-9046-64F146E533FD}"/>
              </a:ext>
            </a:extLst>
          </p:cNvPr>
          <p:cNvSpPr/>
          <p:nvPr/>
        </p:nvSpPr>
        <p:spPr>
          <a:xfrm>
            <a:off x="9683580" y="27126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No electrons in ETC for photosynthesis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588676-C35F-5A97-B0A6-96DEA730A9D3}"/>
              </a:ext>
            </a:extLst>
          </p:cNvPr>
          <p:cNvSpPr/>
          <p:nvPr/>
        </p:nvSpPr>
        <p:spPr>
          <a:xfrm>
            <a:off x="3332205" y="5103340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O</a:t>
            </a:r>
            <a:r>
              <a:rPr lang="en-US" baseline="-25000" dirty="0">
                <a:solidFill>
                  <a:schemeClr val="tx1"/>
                </a:solidFill>
                <a:latin typeface="Sitka Display" pitchFamily="2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 inaccessible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F8EF03B-65A9-68BB-1678-3D4BC865FD42}"/>
              </a:ext>
            </a:extLst>
          </p:cNvPr>
          <p:cNvSpPr/>
          <p:nvPr/>
        </p:nvSpPr>
        <p:spPr>
          <a:xfrm>
            <a:off x="6561440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Soil can’t absorb H</a:t>
            </a:r>
            <a:r>
              <a:rPr lang="en-US" baseline="-25000" dirty="0">
                <a:solidFill>
                  <a:schemeClr val="tx1"/>
                </a:solidFill>
                <a:latin typeface="Sitka Display" pitchFamily="2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O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68D9FC-D10E-2BB7-4904-8EBD47AB2742}"/>
              </a:ext>
            </a:extLst>
          </p:cNvPr>
          <p:cNvSpPr/>
          <p:nvPr/>
        </p:nvSpPr>
        <p:spPr>
          <a:xfrm>
            <a:off x="6561440" y="29656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Needed for nutrient cycling and growth stimulation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612D34A-00B8-41E6-2468-A9F22C8C39B1}"/>
              </a:ext>
            </a:extLst>
          </p:cNvPr>
          <p:cNvSpPr/>
          <p:nvPr/>
        </p:nvSpPr>
        <p:spPr>
          <a:xfrm>
            <a:off x="3332205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Hydrophobic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9D552E8-36FC-6835-4573-FA822D41932F}"/>
              </a:ext>
            </a:extLst>
          </p:cNvPr>
          <p:cNvSpPr/>
          <p:nvPr/>
        </p:nvSpPr>
        <p:spPr>
          <a:xfrm>
            <a:off x="3332205" y="510334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Coats roots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99D07D-73C0-D26E-5E53-4E00373D97E5}"/>
              </a:ext>
            </a:extLst>
          </p:cNvPr>
          <p:cNvSpPr/>
          <p:nvPr/>
        </p:nvSpPr>
        <p:spPr>
          <a:xfrm>
            <a:off x="3332205" y="296562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Inhibits microbe activity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62B3769F-102C-D899-8CA0-CD76E9ED9820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2508421" y="3429000"/>
            <a:ext cx="823784" cy="12700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7590630D-B0F3-A310-B8A4-56E935417711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2508421" y="1025611"/>
            <a:ext cx="823784" cy="2403389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F48B814-B674-3679-16C7-4C10AD8220AC}"/>
              </a:ext>
            </a:extLst>
          </p:cNvPr>
          <p:cNvCxnSpPr>
            <a:stCxn id="4" idx="3"/>
            <a:endCxn id="11" idx="1"/>
          </p:cNvCxnSpPr>
          <p:nvPr/>
        </p:nvCxnSpPr>
        <p:spPr>
          <a:xfrm>
            <a:off x="2508421" y="3429000"/>
            <a:ext cx="823784" cy="2403390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57CC8A-735C-8418-E9E3-FF5BD8244A48}"/>
              </a:ext>
            </a:extLst>
          </p:cNvPr>
          <p:cNvCxnSpPr>
            <a:stCxn id="12" idx="3"/>
            <a:endCxn id="9" idx="1"/>
          </p:cNvCxnSpPr>
          <p:nvPr/>
        </p:nvCxnSpPr>
        <p:spPr>
          <a:xfrm flipV="1">
            <a:off x="5630561" y="1025610"/>
            <a:ext cx="930879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2350969-8281-66C6-0730-B71BB158D9F2}"/>
              </a:ext>
            </a:extLst>
          </p:cNvPr>
          <p:cNvCxnSpPr>
            <a:stCxn id="10" idx="3"/>
            <a:endCxn id="8" idx="1"/>
          </p:cNvCxnSpPr>
          <p:nvPr/>
        </p:nvCxnSpPr>
        <p:spPr>
          <a:xfrm>
            <a:off x="5630561" y="3429000"/>
            <a:ext cx="93087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FA77E37-E323-888E-4232-6A5347E6AE7C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8859796" y="3429000"/>
            <a:ext cx="823784" cy="127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045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42E19C-F552-D64C-E56A-BDE2F20F4A30}"/>
              </a:ext>
            </a:extLst>
          </p:cNvPr>
          <p:cNvSpPr/>
          <p:nvPr/>
        </p:nvSpPr>
        <p:spPr>
          <a:xfrm>
            <a:off x="6561440" y="5070389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Aerobic respiration impaired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B6C75C-C2C0-D097-7E4F-1C052BA51CC0}"/>
              </a:ext>
            </a:extLst>
          </p:cNvPr>
          <p:cNvCxnSpPr>
            <a:cxnSpLocks/>
          </p:cNvCxnSpPr>
          <p:nvPr/>
        </p:nvCxnSpPr>
        <p:spPr>
          <a:xfrm>
            <a:off x="5737656" y="5845090"/>
            <a:ext cx="823784" cy="127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DCE399-46F7-8B3D-600D-68BC1F089B8E}"/>
              </a:ext>
            </a:extLst>
          </p:cNvPr>
          <p:cNvSpPr/>
          <p:nvPr/>
        </p:nvSpPr>
        <p:spPr>
          <a:xfrm>
            <a:off x="210065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Large presence of oil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999F62-15B1-F44E-9046-64F146E533FD}"/>
              </a:ext>
            </a:extLst>
          </p:cNvPr>
          <p:cNvSpPr/>
          <p:nvPr/>
        </p:nvSpPr>
        <p:spPr>
          <a:xfrm>
            <a:off x="9683580" y="27126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No electrons in ETC for photosynthesis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588676-C35F-5A97-B0A6-96DEA730A9D3}"/>
              </a:ext>
            </a:extLst>
          </p:cNvPr>
          <p:cNvSpPr/>
          <p:nvPr/>
        </p:nvSpPr>
        <p:spPr>
          <a:xfrm>
            <a:off x="6561440" y="5070389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O</a:t>
            </a:r>
            <a:r>
              <a:rPr lang="en-US" baseline="-25000" dirty="0">
                <a:solidFill>
                  <a:schemeClr val="tx1"/>
                </a:solidFill>
                <a:latin typeface="Sitka Display" pitchFamily="2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 inaccessible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F8EF03B-65A9-68BB-1678-3D4BC865FD42}"/>
              </a:ext>
            </a:extLst>
          </p:cNvPr>
          <p:cNvSpPr/>
          <p:nvPr/>
        </p:nvSpPr>
        <p:spPr>
          <a:xfrm>
            <a:off x="6561440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Soil can’t absorb H</a:t>
            </a:r>
            <a:r>
              <a:rPr lang="en-US" baseline="-25000" dirty="0">
                <a:solidFill>
                  <a:schemeClr val="tx1"/>
                </a:solidFill>
                <a:latin typeface="Sitka Display" pitchFamily="2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O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68D9FC-D10E-2BB7-4904-8EBD47AB2742}"/>
              </a:ext>
            </a:extLst>
          </p:cNvPr>
          <p:cNvSpPr/>
          <p:nvPr/>
        </p:nvSpPr>
        <p:spPr>
          <a:xfrm>
            <a:off x="6561440" y="29656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Needed for nutrient cycling and growth stimulation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612D34A-00B8-41E6-2468-A9F22C8C39B1}"/>
              </a:ext>
            </a:extLst>
          </p:cNvPr>
          <p:cNvSpPr/>
          <p:nvPr/>
        </p:nvSpPr>
        <p:spPr>
          <a:xfrm>
            <a:off x="3332205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Hydrophobic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9D552E8-36FC-6835-4573-FA822D41932F}"/>
              </a:ext>
            </a:extLst>
          </p:cNvPr>
          <p:cNvSpPr/>
          <p:nvPr/>
        </p:nvSpPr>
        <p:spPr>
          <a:xfrm>
            <a:off x="3332205" y="510334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Coats roots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99D07D-73C0-D26E-5E53-4E00373D97E5}"/>
              </a:ext>
            </a:extLst>
          </p:cNvPr>
          <p:cNvSpPr/>
          <p:nvPr/>
        </p:nvSpPr>
        <p:spPr>
          <a:xfrm>
            <a:off x="3332205" y="296562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Inhibits microbe activity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62B3769F-102C-D899-8CA0-CD76E9ED9820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2508421" y="3429000"/>
            <a:ext cx="823784" cy="12700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7590630D-B0F3-A310-B8A4-56E935417711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2508421" y="1025611"/>
            <a:ext cx="823784" cy="2403389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F48B814-B674-3679-16C7-4C10AD8220AC}"/>
              </a:ext>
            </a:extLst>
          </p:cNvPr>
          <p:cNvCxnSpPr>
            <a:stCxn id="4" idx="3"/>
            <a:endCxn id="11" idx="1"/>
          </p:cNvCxnSpPr>
          <p:nvPr/>
        </p:nvCxnSpPr>
        <p:spPr>
          <a:xfrm>
            <a:off x="2508421" y="3429000"/>
            <a:ext cx="823784" cy="2403390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57CC8A-735C-8418-E9E3-FF5BD8244A48}"/>
              </a:ext>
            </a:extLst>
          </p:cNvPr>
          <p:cNvCxnSpPr>
            <a:stCxn id="12" idx="3"/>
            <a:endCxn id="9" idx="1"/>
          </p:cNvCxnSpPr>
          <p:nvPr/>
        </p:nvCxnSpPr>
        <p:spPr>
          <a:xfrm flipV="1">
            <a:off x="5630561" y="1025610"/>
            <a:ext cx="930879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2350969-8281-66C6-0730-B71BB158D9F2}"/>
              </a:ext>
            </a:extLst>
          </p:cNvPr>
          <p:cNvCxnSpPr>
            <a:stCxn id="10" idx="3"/>
            <a:endCxn id="8" idx="1"/>
          </p:cNvCxnSpPr>
          <p:nvPr/>
        </p:nvCxnSpPr>
        <p:spPr>
          <a:xfrm>
            <a:off x="5630561" y="3429000"/>
            <a:ext cx="93087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FA77E37-E323-888E-4232-6A5347E6AE7C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8859796" y="3429000"/>
            <a:ext cx="823784" cy="127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79FBC84-49F7-E123-1847-D993A91BB703}"/>
              </a:ext>
            </a:extLst>
          </p:cNvPr>
          <p:cNvCxnSpPr/>
          <p:nvPr/>
        </p:nvCxnSpPr>
        <p:spPr>
          <a:xfrm>
            <a:off x="5630561" y="5845090"/>
            <a:ext cx="93087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887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DCE399-46F7-8B3D-600D-68BC1F089B8E}"/>
              </a:ext>
            </a:extLst>
          </p:cNvPr>
          <p:cNvSpPr/>
          <p:nvPr/>
        </p:nvSpPr>
        <p:spPr>
          <a:xfrm>
            <a:off x="210065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Large presence of oil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42E19C-F552-D64C-E56A-BDE2F20F4A30}"/>
              </a:ext>
            </a:extLst>
          </p:cNvPr>
          <p:cNvSpPr/>
          <p:nvPr/>
        </p:nvSpPr>
        <p:spPr>
          <a:xfrm>
            <a:off x="9683580" y="5070389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Aerobic respiration impaired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9999F62-15B1-F44E-9046-64F146E533FD}"/>
              </a:ext>
            </a:extLst>
          </p:cNvPr>
          <p:cNvSpPr/>
          <p:nvPr/>
        </p:nvSpPr>
        <p:spPr>
          <a:xfrm>
            <a:off x="9683580" y="27126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No electrons in ETC for photosynthesis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588676-C35F-5A97-B0A6-96DEA730A9D3}"/>
              </a:ext>
            </a:extLst>
          </p:cNvPr>
          <p:cNvSpPr/>
          <p:nvPr/>
        </p:nvSpPr>
        <p:spPr>
          <a:xfrm>
            <a:off x="6561440" y="5070389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O</a:t>
            </a:r>
            <a:r>
              <a:rPr lang="en-US" baseline="-25000" dirty="0">
                <a:solidFill>
                  <a:schemeClr val="tx1"/>
                </a:solidFill>
                <a:latin typeface="Sitka Display" pitchFamily="2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 inaccessible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F8EF03B-65A9-68BB-1678-3D4BC865FD42}"/>
              </a:ext>
            </a:extLst>
          </p:cNvPr>
          <p:cNvSpPr/>
          <p:nvPr/>
        </p:nvSpPr>
        <p:spPr>
          <a:xfrm>
            <a:off x="6561440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Soil can’t absorb H</a:t>
            </a:r>
            <a:r>
              <a:rPr lang="en-US" baseline="-25000" dirty="0">
                <a:solidFill>
                  <a:schemeClr val="tx1"/>
                </a:solidFill>
                <a:latin typeface="Sitka Display" pitchFamily="2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O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868D9FC-D10E-2BB7-4904-8EBD47AB2742}"/>
              </a:ext>
            </a:extLst>
          </p:cNvPr>
          <p:cNvSpPr/>
          <p:nvPr/>
        </p:nvSpPr>
        <p:spPr>
          <a:xfrm>
            <a:off x="6561440" y="29656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Needed for nutrient cycling and growth stimulation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612D34A-00B8-41E6-2468-A9F22C8C39B1}"/>
              </a:ext>
            </a:extLst>
          </p:cNvPr>
          <p:cNvSpPr/>
          <p:nvPr/>
        </p:nvSpPr>
        <p:spPr>
          <a:xfrm>
            <a:off x="3332205" y="269995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Hydrophobic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9D552E8-36FC-6835-4573-FA822D41932F}"/>
              </a:ext>
            </a:extLst>
          </p:cNvPr>
          <p:cNvSpPr/>
          <p:nvPr/>
        </p:nvSpPr>
        <p:spPr>
          <a:xfrm>
            <a:off x="3332205" y="5103341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Coats roots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A99D07D-73C0-D26E-5E53-4E00373D97E5}"/>
              </a:ext>
            </a:extLst>
          </p:cNvPr>
          <p:cNvSpPr/>
          <p:nvPr/>
        </p:nvSpPr>
        <p:spPr>
          <a:xfrm>
            <a:off x="3332205" y="296562"/>
            <a:ext cx="2298356" cy="145809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itka Display" pitchFamily="2" charset="0"/>
              </a:rPr>
              <a:t>Inhibits microbe activity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62B3769F-102C-D899-8CA0-CD76E9ED9820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2508421" y="3429000"/>
            <a:ext cx="823784" cy="12700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7590630D-B0F3-A310-B8A4-56E935417711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2508421" y="1025611"/>
            <a:ext cx="823784" cy="2403389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4F48B814-B674-3679-16C7-4C10AD8220AC}"/>
              </a:ext>
            </a:extLst>
          </p:cNvPr>
          <p:cNvCxnSpPr>
            <a:stCxn id="4" idx="3"/>
            <a:endCxn id="11" idx="1"/>
          </p:cNvCxnSpPr>
          <p:nvPr/>
        </p:nvCxnSpPr>
        <p:spPr>
          <a:xfrm>
            <a:off x="2508421" y="3429000"/>
            <a:ext cx="823784" cy="2403390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57CC8A-735C-8418-E9E3-FF5BD8244A48}"/>
              </a:ext>
            </a:extLst>
          </p:cNvPr>
          <p:cNvCxnSpPr>
            <a:stCxn id="12" idx="3"/>
            <a:endCxn id="9" idx="1"/>
          </p:cNvCxnSpPr>
          <p:nvPr/>
        </p:nvCxnSpPr>
        <p:spPr>
          <a:xfrm flipV="1">
            <a:off x="5630561" y="1025610"/>
            <a:ext cx="930879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2350969-8281-66C6-0730-B71BB158D9F2}"/>
              </a:ext>
            </a:extLst>
          </p:cNvPr>
          <p:cNvCxnSpPr>
            <a:stCxn id="10" idx="3"/>
            <a:endCxn id="8" idx="1"/>
          </p:cNvCxnSpPr>
          <p:nvPr/>
        </p:nvCxnSpPr>
        <p:spPr>
          <a:xfrm>
            <a:off x="5630561" y="3429000"/>
            <a:ext cx="93087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FA77E37-E323-888E-4232-6A5347E6AE7C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8859796" y="3429000"/>
            <a:ext cx="823784" cy="127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79FBC84-49F7-E123-1847-D993A91BB703}"/>
              </a:ext>
            </a:extLst>
          </p:cNvPr>
          <p:cNvCxnSpPr/>
          <p:nvPr/>
        </p:nvCxnSpPr>
        <p:spPr>
          <a:xfrm>
            <a:off x="5630561" y="5845090"/>
            <a:ext cx="93087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B6C75C-C2C0-D097-7E4F-1C052BA51CC0}"/>
              </a:ext>
            </a:extLst>
          </p:cNvPr>
          <p:cNvCxnSpPr>
            <a:cxnSpLocks/>
          </p:cNvCxnSpPr>
          <p:nvPr/>
        </p:nvCxnSpPr>
        <p:spPr>
          <a:xfrm>
            <a:off x="8859796" y="5845090"/>
            <a:ext cx="823784" cy="127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957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BFE507-F25D-21C2-4452-E9A9B543566C}"/>
              </a:ext>
            </a:extLst>
          </p:cNvPr>
          <p:cNvSpPr txBox="1"/>
          <p:nvPr/>
        </p:nvSpPr>
        <p:spPr>
          <a:xfrm>
            <a:off x="330000" y="292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Impact"/>
              </a:rPr>
              <a:t>Discussion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B2176-766C-E98B-D015-9F12D1716BCC}"/>
              </a:ext>
            </a:extLst>
          </p:cNvPr>
          <p:cNvSpPr txBox="1"/>
          <p:nvPr/>
        </p:nvSpPr>
        <p:spPr>
          <a:xfrm>
            <a:off x="1207037" y="2921282"/>
            <a:ext cx="977620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6000">
                <a:solidFill>
                  <a:schemeClr val="bg1"/>
                </a:solidFill>
                <a:latin typeface="Sitka Display"/>
              </a:rPr>
              <a:t>Why does this matter?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7" name="Picture 6" descr="A green plant growing from dirt&#10;&#10;Description automatically generated">
            <a:extLst>
              <a:ext uri="{FF2B5EF4-FFF2-40B4-BE49-F238E27FC236}">
                <a16:creationId xmlns:a16="http://schemas.microsoft.com/office/drawing/2014/main" id="{5DC12875-7D2C-CB5D-53BD-F71287629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" y="3426336"/>
            <a:ext cx="3658800" cy="37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646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Ocean currents">
                <a:extLst>
                  <a:ext uri="{FF2B5EF4-FFF2-40B4-BE49-F238E27FC236}">
                    <a16:creationId xmlns:a16="http://schemas.microsoft.com/office/drawing/2014/main" id="{3D59ED1B-72FA-374D-8A0B-24F0434203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70016351"/>
                  </p:ext>
                </p:extLst>
              </p:nvPr>
            </p:nvGraphicFramePr>
            <p:xfrm>
              <a:off x="3882577" y="1190209"/>
              <a:ext cx="4426842" cy="447757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426842" cy="4477578"/>
                    </a:xfrm>
                    <a:prstGeom prst="rect">
                      <a:avLst/>
                    </a:prstGeom>
                  </am3d:spPr>
                  <am3d:camera>
                    <am3d:pos x="0" y="0" z="8124508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20067" d="1000000"/>
                    <am3d:preTrans dx="18911" dy="-17995985" dz="-82452"/>
                    <am3d:scale>
                      <am3d:sx n="1000000" d="1000000"/>
                      <am3d:sy n="1000000" d="1000000"/>
                      <am3d:sz n="1000000" d="1000000"/>
                    </am3d:scale>
                    <am3d:rot ax="10491949" ay="796947" az="10729047"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E9DE012E-A134-456F-84FE-255F9AAD75C6}">
                      <a3danim:posterFrame xmlns:a3danim="http://schemas.microsoft.com/office/drawing/2018/animation/model3d" animId="0" frame="85119"/>
                    </a:ext>
                  </am3d:extLst>
                  <am3d:objViewport viewportSz="79530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Ocean currents">
                <a:extLst>
                  <a:ext uri="{FF2B5EF4-FFF2-40B4-BE49-F238E27FC236}">
                    <a16:creationId xmlns:a16="http://schemas.microsoft.com/office/drawing/2014/main" id="{3D59ED1B-72FA-374D-8A0B-24F0434203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82577" y="1190209"/>
                <a:ext cx="4426842" cy="4477578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DD78171-0076-5170-33A6-8262F080C182}"/>
              </a:ext>
            </a:extLst>
          </p:cNvPr>
          <p:cNvSpPr txBox="1"/>
          <p:nvPr/>
        </p:nvSpPr>
        <p:spPr>
          <a:xfrm>
            <a:off x="330000" y="292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Impact"/>
              </a:rPr>
              <a:t>Our World and Pollution</a:t>
            </a:r>
            <a:endParaRPr lang="en-US"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093E909B-85CD-AAC4-BB2D-E974E443DECA}"/>
              </a:ext>
            </a:extLst>
          </p:cNvPr>
          <p:cNvSpPr/>
          <p:nvPr/>
        </p:nvSpPr>
        <p:spPr>
          <a:xfrm rot="16200000">
            <a:off x="7004726" y="1670725"/>
            <a:ext cx="6858000" cy="3516549"/>
          </a:xfrm>
          <a:prstGeom prst="triangle">
            <a:avLst>
              <a:gd name="adj" fmla="val 50180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dirty="0">
              <a:latin typeface="Sitka Displ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56691A-3433-CF62-4C06-D38C51C5D7BD}"/>
              </a:ext>
            </a:extLst>
          </p:cNvPr>
          <p:cNvSpPr txBox="1"/>
          <p:nvPr/>
        </p:nvSpPr>
        <p:spPr>
          <a:xfrm>
            <a:off x="9428205" y="3105833"/>
            <a:ext cx="276379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latin typeface="Sitka Display" pitchFamily="2" charset="0"/>
              </a:rPr>
              <a:t>Industrialization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Sitka Display" pitchFamily="2" charset="0"/>
              </a:rPr>
              <a:t>Population growth</a:t>
            </a:r>
          </a:p>
        </p:txBody>
      </p:sp>
    </p:spTree>
    <p:extLst>
      <p:ext uri="{BB962C8B-B14F-4D97-AF65-F5344CB8AC3E}">
        <p14:creationId xmlns:p14="http://schemas.microsoft.com/office/powerpoint/2010/main" val="1571228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9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BFE507-F25D-21C2-4452-E9A9B543566C}"/>
              </a:ext>
            </a:extLst>
          </p:cNvPr>
          <p:cNvSpPr txBox="1"/>
          <p:nvPr/>
        </p:nvSpPr>
        <p:spPr>
          <a:xfrm>
            <a:off x="330000" y="292240"/>
            <a:ext cx="624123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Impact"/>
              </a:rPr>
              <a:t>Summary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B2176-766C-E98B-D015-9F12D1716BCC}"/>
              </a:ext>
            </a:extLst>
          </p:cNvPr>
          <p:cNvSpPr txBox="1"/>
          <p:nvPr/>
        </p:nvSpPr>
        <p:spPr>
          <a:xfrm>
            <a:off x="1207037" y="1329960"/>
            <a:ext cx="9776206" cy="50167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  <a:latin typeface="Sitka Display"/>
              </a:rPr>
              <a:t>Motor oil contamination, specifically above 1% concentration, </a:t>
            </a:r>
            <a:r>
              <a:rPr lang="en-US" sz="4000" i="1">
                <a:solidFill>
                  <a:schemeClr val="bg1"/>
                </a:solidFill>
                <a:latin typeface="Sitka Display"/>
              </a:rPr>
              <a:t>negatively</a:t>
            </a:r>
            <a:r>
              <a:rPr lang="en-US" sz="4000">
                <a:solidFill>
                  <a:schemeClr val="bg1"/>
                </a:solidFill>
                <a:latin typeface="Sitka Display"/>
              </a:rPr>
              <a:t> affects bush bean plant growth and sprouting.</a:t>
            </a:r>
          </a:p>
          <a:p>
            <a:r>
              <a:rPr lang="en-US" sz="4000">
                <a:solidFill>
                  <a:schemeClr val="bg1"/>
                </a:solidFill>
                <a:latin typeface="Sitka Display"/>
              </a:rPr>
              <a:t>Because oil decreases:</a:t>
            </a:r>
            <a:endParaRPr lang="en-US" sz="4000">
              <a:solidFill>
                <a:schemeClr val="bg1"/>
              </a:solidFill>
            </a:endParaRPr>
          </a:p>
          <a:p>
            <a:pPr marL="685800" indent="-685800">
              <a:buFont typeface="Calibri"/>
              <a:buChar char="-"/>
            </a:pPr>
            <a:r>
              <a:rPr lang="en-US" sz="4000">
                <a:solidFill>
                  <a:schemeClr val="bg1"/>
                </a:solidFill>
                <a:latin typeface="Sitka Display"/>
              </a:rPr>
              <a:t>Microbial activity</a:t>
            </a:r>
          </a:p>
          <a:p>
            <a:pPr marL="685800" indent="-685800">
              <a:buFont typeface="Calibri"/>
              <a:buChar char="-"/>
            </a:pPr>
            <a:r>
              <a:rPr lang="en-US" sz="4000">
                <a:solidFill>
                  <a:schemeClr val="bg1"/>
                </a:solidFill>
                <a:latin typeface="Sitka Display"/>
              </a:rPr>
              <a:t>Water absorption</a:t>
            </a:r>
            <a:endParaRPr lang="en-US" sz="4000">
              <a:solidFill>
                <a:schemeClr val="bg1"/>
              </a:solidFill>
              <a:latin typeface="Aptos" panose="02110004020202020204"/>
            </a:endParaRPr>
          </a:p>
          <a:p>
            <a:pPr marL="685800" indent="-685800">
              <a:buFont typeface="Calibri"/>
              <a:buChar char="-"/>
            </a:pPr>
            <a:r>
              <a:rPr lang="en-US" sz="4000">
                <a:solidFill>
                  <a:schemeClr val="bg1"/>
                </a:solidFill>
                <a:latin typeface="Sitka Display"/>
              </a:rPr>
              <a:t>Oxygen</a:t>
            </a:r>
          </a:p>
          <a:p>
            <a:r>
              <a:rPr lang="en-US" sz="4000">
                <a:solidFill>
                  <a:schemeClr val="bg1"/>
                </a:solidFill>
                <a:latin typeface="Sitka Display"/>
                <a:cs typeface="Times New Roman"/>
              </a:rPr>
              <a:t>Important to mitigate oil contamination.</a:t>
            </a:r>
          </a:p>
        </p:txBody>
      </p:sp>
    </p:spTree>
    <p:extLst>
      <p:ext uri="{BB962C8B-B14F-4D97-AF65-F5344CB8AC3E}">
        <p14:creationId xmlns:p14="http://schemas.microsoft.com/office/powerpoint/2010/main" val="18305731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</TotalTime>
  <Words>780</Words>
  <Application>Microsoft Macintosh PowerPoint</Application>
  <PresentationFormat>Widescreen</PresentationFormat>
  <Paragraphs>185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American Typewriter</vt:lpstr>
      <vt:lpstr>Aptos</vt:lpstr>
      <vt:lpstr>Aptos Display</vt:lpstr>
      <vt:lpstr>Arial</vt:lpstr>
      <vt:lpstr>Calibri</vt:lpstr>
      <vt:lpstr>Impact</vt:lpstr>
      <vt:lpstr>Sitka Display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Shaurya Ranjan</dc:creator>
  <cp:lastModifiedBy>Shaurya Ranjan</cp:lastModifiedBy>
  <cp:revision>2</cp:revision>
  <dcterms:created xsi:type="dcterms:W3CDTF">2024-06-03T17:10:02Z</dcterms:created>
  <dcterms:modified xsi:type="dcterms:W3CDTF">2026-10-04T19:42:53Z</dcterms:modified>
</cp:coreProperties>
</file>